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2011/6/22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タイトル 1"/>
          <p:cNvSpPr>
            <a:spLocks noGrp="1"/>
          </p:cNvSpPr>
          <p:nvPr>
            <p:ph type="title"/>
          </p:nvPr>
        </p:nvSpPr>
        <p:spPr>
          <a:xfrm>
            <a:off x="266700" y="330200"/>
            <a:ext cx="8610600" cy="8636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情報工学通論　第２回レポート課題</a:t>
            </a:r>
          </a:p>
        </p:txBody>
      </p:sp>
      <p:sp>
        <p:nvSpPr>
          <p:cNvPr id="11267" name="コンテンツ プレースホルダ 2"/>
          <p:cNvSpPr>
            <a:spLocks noGrp="1"/>
          </p:cNvSpPr>
          <p:nvPr>
            <p:ph idx="1"/>
          </p:nvPr>
        </p:nvSpPr>
        <p:spPr>
          <a:xfrm>
            <a:off x="533400" y="1193800"/>
            <a:ext cx="8318500" cy="35433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ja-JP" altLang="en-US" sz="2400" dirty="0" smtClean="0"/>
              <a:t>研究分野紹介５～１２の中から１つを選んで，その研究分野について講義での説明を要約し，自分で調べた結果を付け加えた上で，自分なりに考察したことを，次ページの「課題レポートの構成」に従って論述せよ．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</a:pPr>
            <a:r>
              <a:rPr lang="ja-JP" altLang="en-US" sz="2400" dirty="0" smtClean="0"/>
              <a:t>提出日：　</a:t>
            </a:r>
            <a:r>
              <a:rPr lang="en-US" altLang="ja-JP" sz="2400" dirty="0" smtClean="0"/>
              <a:t>7</a:t>
            </a:r>
            <a:r>
              <a:rPr lang="ja-JP" altLang="en-US" sz="2400" dirty="0" smtClean="0"/>
              <a:t>月</a:t>
            </a:r>
            <a:r>
              <a:rPr lang="en-US" altLang="ja-JP" sz="2400" dirty="0" smtClean="0"/>
              <a:t>26</a:t>
            </a:r>
            <a:r>
              <a:rPr lang="ja-JP" altLang="en-US" sz="2400" dirty="0" smtClean="0"/>
              <a:t>日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火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講義終了後から</a:t>
            </a:r>
            <a:r>
              <a:rPr lang="en-US" altLang="ja-JP" sz="2400" dirty="0" smtClean="0"/>
              <a:t>8</a:t>
            </a:r>
            <a:r>
              <a:rPr lang="ja-JP" altLang="en-US" sz="2400" dirty="0" smtClean="0"/>
              <a:t>月</a:t>
            </a:r>
            <a:r>
              <a:rPr lang="en-US" altLang="ja-JP" sz="2400" dirty="0" smtClean="0"/>
              <a:t>2</a:t>
            </a:r>
            <a:r>
              <a:rPr lang="ja-JP" altLang="en-US" sz="2400" dirty="0" smtClean="0"/>
              <a:t>日</a:t>
            </a:r>
            <a:r>
              <a:rPr lang="ja-JP" altLang="en-US" sz="2400" dirty="0" smtClean="0"/>
              <a:t>（火</a:t>
            </a:r>
            <a:r>
              <a:rPr lang="ja-JP" altLang="en-US" sz="2400" dirty="0" smtClean="0"/>
              <a:t>）</a:t>
            </a:r>
            <a:r>
              <a:rPr lang="en-US" altLang="ja-JP" sz="2400" dirty="0" smtClean="0"/>
              <a:t>15:30</a:t>
            </a:r>
            <a:r>
              <a:rPr lang="ja-JP" altLang="en-US" sz="2400" dirty="0" smtClean="0"/>
              <a:t>まで</a:t>
            </a:r>
            <a:endParaRPr lang="en-US" altLang="ja-JP" sz="2400" dirty="0" smtClean="0"/>
          </a:p>
          <a:p>
            <a:pPr>
              <a:spcBef>
                <a:spcPts val="1200"/>
              </a:spcBef>
            </a:pPr>
            <a:r>
              <a:rPr lang="ja-JP" altLang="en-US" sz="2400" dirty="0" smtClean="0"/>
              <a:t>提出場所：　</a:t>
            </a:r>
            <a:r>
              <a:rPr lang="en-US" altLang="ja-JP" sz="2400" dirty="0" smtClean="0"/>
              <a:t>4</a:t>
            </a:r>
            <a:r>
              <a:rPr lang="ja-JP" altLang="en-US" sz="2400" dirty="0" smtClean="0"/>
              <a:t>号館</a:t>
            </a:r>
            <a:r>
              <a:rPr lang="en-US" altLang="ja-JP" sz="2400" dirty="0" smtClean="0"/>
              <a:t>3</a:t>
            </a:r>
            <a:r>
              <a:rPr lang="ja-JP" altLang="en-US" sz="2400" dirty="0" smtClean="0"/>
              <a:t>階レポート</a:t>
            </a:r>
            <a:r>
              <a:rPr lang="en-US" altLang="ja-JP" sz="2400" dirty="0" smtClean="0"/>
              <a:t>BOX</a:t>
            </a:r>
            <a:endParaRPr lang="en-US" altLang="ja-JP" sz="2400" dirty="0" smtClean="0"/>
          </a:p>
          <a:p>
            <a:pPr eaLnBrk="1" hangingPunct="1">
              <a:spcBef>
                <a:spcPts val="2400"/>
              </a:spcBef>
            </a:pPr>
            <a:r>
              <a:rPr lang="ja-JP" altLang="en-US" sz="2400" dirty="0" smtClean="0"/>
              <a:t>本レポートは，</a:t>
            </a:r>
            <a:r>
              <a:rPr lang="en-US" altLang="ja-JP" sz="2400" dirty="0" smtClean="0"/>
              <a:t>Microsoft Word</a:t>
            </a:r>
            <a:r>
              <a:rPr lang="ja-JP" altLang="en-US" sz="2400" dirty="0" smtClean="0"/>
              <a:t> を用いて指定された書式（原稿用紙の書式）で作成すること．手書きは不可．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</a:pPr>
            <a:r>
              <a:rPr lang="en-US" altLang="ja-JP" sz="2400" dirty="0" smtClean="0"/>
              <a:t>A4</a:t>
            </a:r>
            <a:r>
              <a:rPr lang="ja-JP" altLang="en-US" sz="2400" dirty="0" smtClean="0"/>
              <a:t>の紙に両面印刷し、左上をホッチキスで止めて提出する．</a:t>
            </a:r>
            <a:endParaRPr lang="en-US" altLang="ja-JP" sz="2400" dirty="0" smtClean="0"/>
          </a:p>
        </p:txBody>
      </p:sp>
      <p:sp>
        <p:nvSpPr>
          <p:cNvPr id="11268" name="スライド番号プレースホル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B71C02-D37B-47C0-9DC7-73DE92BC43BB}" type="slidenum">
              <a:rPr lang="en-US" altLang="ja-JP" smtClean="0"/>
              <a:pPr/>
              <a:t>1</a:t>
            </a:fld>
            <a:endParaRPr lang="en-US" altLang="ja-JP" smtClean="0"/>
          </a:p>
        </p:txBody>
      </p:sp>
      <p:sp>
        <p:nvSpPr>
          <p:cNvPr id="11269" name="テキスト ボックス 4"/>
          <p:cNvSpPr txBox="1">
            <a:spLocks noChangeArrowheads="1"/>
          </p:cNvSpPr>
          <p:nvPr/>
        </p:nvSpPr>
        <p:spPr bwMode="auto">
          <a:xfrm>
            <a:off x="810592" y="5653360"/>
            <a:ext cx="7289800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000"/>
              <a:t>指定されたレポートの構成、字数制限を守っているか、参考文献に</a:t>
            </a:r>
            <a:r>
              <a:rPr lang="en-US" altLang="ja-JP" sz="2000"/>
              <a:t>web page</a:t>
            </a:r>
            <a:r>
              <a:rPr lang="ja-JP" altLang="en-US" sz="2000"/>
              <a:t>以外の文献が入っているかどうかは採点においてチェックされ、従っていない場合減点対象となる。</a:t>
            </a:r>
          </a:p>
        </p:txBody>
      </p:sp>
      <p:sp>
        <p:nvSpPr>
          <p:cNvPr id="11270" name="正方形/長方形 5"/>
          <p:cNvSpPr>
            <a:spLocks noChangeArrowheads="1"/>
          </p:cNvSpPr>
          <p:nvPr/>
        </p:nvSpPr>
        <p:spPr bwMode="auto">
          <a:xfrm>
            <a:off x="469900" y="4937125"/>
            <a:ext cx="825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2400"/>
              </a:spcBef>
            </a:pPr>
            <a:r>
              <a:rPr lang="ja-JP" altLang="en-US" sz="2000" dirty="0"/>
              <a:t>書式等は，</a:t>
            </a:r>
            <a:r>
              <a:rPr lang="en-US" altLang="ja-JP" sz="2000" dirty="0"/>
              <a:t>http://www.sic.shibaura-it.ac.jp/~sasano/lecture/lecture.html </a:t>
            </a:r>
            <a:r>
              <a:rPr lang="ja-JP" altLang="en-US" sz="2000" dirty="0"/>
              <a:t>にある．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タイトル 1"/>
          <p:cNvSpPr>
            <a:spLocks noGrp="1"/>
          </p:cNvSpPr>
          <p:nvPr>
            <p:ph type="title"/>
          </p:nvPr>
        </p:nvSpPr>
        <p:spPr>
          <a:xfrm>
            <a:off x="685800" y="266700"/>
            <a:ext cx="7772400" cy="635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dirty="0" smtClean="0"/>
              <a:t>課題レポートの構成</a:t>
            </a:r>
          </a:p>
        </p:txBody>
      </p:sp>
      <p:sp>
        <p:nvSpPr>
          <p:cNvPr id="12291" name="コンテンツ プレースホルダ 2"/>
          <p:cNvSpPr>
            <a:spLocks noGrp="1"/>
          </p:cNvSpPr>
          <p:nvPr>
            <p:ph idx="1"/>
          </p:nvPr>
        </p:nvSpPr>
        <p:spPr>
          <a:xfrm>
            <a:off x="723900" y="952500"/>
            <a:ext cx="7912100" cy="5816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ja-JP" altLang="en-US" sz="2400" dirty="0" smtClean="0"/>
              <a:t>タイトル</a:t>
            </a:r>
            <a:r>
              <a:rPr lang="ja-JP" altLang="en-US" sz="2400" dirty="0" smtClean="0"/>
              <a:t>，学籍</a:t>
            </a:r>
            <a:r>
              <a:rPr lang="ja-JP" altLang="en-US" sz="2400" dirty="0" smtClean="0"/>
              <a:t>番号，氏名，提出日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１．序論： どの研究分野を選んだか，およびその理由．レポートで論じるテーマへの導入．（</a:t>
            </a:r>
            <a:r>
              <a:rPr lang="en-US" altLang="ja-JP" sz="2400" dirty="0" smtClean="0"/>
              <a:t>200</a:t>
            </a:r>
            <a:r>
              <a:rPr lang="ja-JP" altLang="en-US" sz="2400" dirty="0" smtClean="0"/>
              <a:t>字以上</a:t>
            </a:r>
            <a:r>
              <a:rPr lang="en-US" altLang="ja-JP" sz="2400" dirty="0" smtClean="0"/>
              <a:t>400</a:t>
            </a:r>
            <a:r>
              <a:rPr lang="ja-JP" altLang="en-US" sz="2400" dirty="0" smtClean="0"/>
              <a:t>字以内）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２．講義の要約（</a:t>
            </a:r>
            <a:r>
              <a:rPr lang="en-US" altLang="ja-JP" sz="2400" dirty="0" smtClean="0"/>
              <a:t>300</a:t>
            </a:r>
            <a:r>
              <a:rPr lang="ja-JP" altLang="en-US" sz="2400" dirty="0" smtClean="0"/>
              <a:t>字以上</a:t>
            </a:r>
            <a:r>
              <a:rPr lang="en-US" altLang="ja-JP" sz="2400" dirty="0" smtClean="0"/>
              <a:t>400</a:t>
            </a:r>
            <a:r>
              <a:rPr lang="ja-JP" altLang="en-US" sz="2400" dirty="0" smtClean="0"/>
              <a:t>字以内）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３．調査結果： どんな目的を持って何について調査したのか．</a:t>
            </a:r>
            <a:endParaRPr lang="en-US" altLang="ja-JP" sz="24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400" dirty="0" smtClean="0"/>
              <a:t>　　　　　　その結果わかったこと．（</a:t>
            </a:r>
            <a:r>
              <a:rPr lang="en-US" altLang="ja-JP" sz="2400" dirty="0" smtClean="0"/>
              <a:t>800</a:t>
            </a:r>
            <a:r>
              <a:rPr lang="ja-JP" altLang="en-US" sz="2400" dirty="0" smtClean="0"/>
              <a:t>字以上</a:t>
            </a:r>
            <a:r>
              <a:rPr lang="en-US" altLang="ja-JP" sz="2400" dirty="0" smtClean="0"/>
              <a:t>1200</a:t>
            </a:r>
            <a:r>
              <a:rPr lang="ja-JP" altLang="en-US" sz="2400" dirty="0" smtClean="0"/>
              <a:t>字以内）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４．考察： 講義の内容と調査結果を踏まえて自分で</a:t>
            </a:r>
            <a:endParaRPr lang="en-US" altLang="ja-JP" sz="24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400" dirty="0" smtClean="0"/>
              <a:t>　　　　　　考えたこと（感想は不可）（</a:t>
            </a:r>
            <a:r>
              <a:rPr lang="en-US" altLang="ja-JP" sz="2400" dirty="0" smtClean="0"/>
              <a:t>300</a:t>
            </a:r>
            <a:r>
              <a:rPr lang="ja-JP" altLang="en-US" sz="2400" dirty="0" smtClean="0"/>
              <a:t>字以上</a:t>
            </a:r>
            <a:r>
              <a:rPr lang="en-US" altLang="ja-JP" sz="2400" dirty="0" smtClean="0"/>
              <a:t>400</a:t>
            </a:r>
            <a:r>
              <a:rPr lang="ja-JP" altLang="en-US" sz="2400" dirty="0" smtClean="0"/>
              <a:t>字以内）</a:t>
            </a:r>
            <a:endParaRPr lang="en-US" altLang="ja-JP" sz="24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/>
              <a:t>　　　</a:t>
            </a:r>
            <a:r>
              <a:rPr lang="en-US" altLang="ja-JP" sz="2000" dirty="0" smtClean="0"/>
              <a:t>※ </a:t>
            </a:r>
            <a:r>
              <a:rPr lang="ja-JP" altLang="en-US" sz="2000" dirty="0" smtClean="0"/>
              <a:t>考察では，自分が今後学びたいことや，社会に出て</a:t>
            </a:r>
            <a:endParaRPr lang="en-US" altLang="ja-JP" sz="2000" dirty="0" smtClean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dirty="0" smtClean="0"/>
              <a:t>　　　　 からやりたいこと，行動計画等と関連付けるのもよい</a:t>
            </a:r>
            <a:endParaRPr lang="en-US" altLang="ja-JP" sz="20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５．結論： レポートのまとめ（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字以上</a:t>
            </a:r>
            <a:r>
              <a:rPr lang="en-US" altLang="ja-JP" sz="2400" dirty="0" smtClean="0"/>
              <a:t>200</a:t>
            </a:r>
            <a:r>
              <a:rPr lang="ja-JP" altLang="en-US" sz="2400" dirty="0" smtClean="0"/>
              <a:t>字以内）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参考文献 （</a:t>
            </a:r>
            <a:r>
              <a:rPr lang="en-US" altLang="ja-JP" sz="2400" dirty="0" smtClean="0"/>
              <a:t>web page</a:t>
            </a:r>
            <a:r>
              <a:rPr lang="ja-JP" altLang="en-US" sz="2400" dirty="0" smtClean="0"/>
              <a:t>以外の文献を１つ以上入れる）</a:t>
            </a:r>
            <a:endParaRPr lang="en-US" altLang="ja-JP" sz="2400" dirty="0" smtClean="0"/>
          </a:p>
          <a:p>
            <a:pPr eaLnBrk="1" hangingPunct="1">
              <a:spcBef>
                <a:spcPts val="1200"/>
              </a:spcBef>
              <a:buFontTx/>
              <a:buNone/>
            </a:pPr>
            <a:r>
              <a:rPr lang="ja-JP" altLang="en-US" sz="2400" dirty="0" smtClean="0"/>
              <a:t>図、表、数式は別途作成、印刷し、ここに入れる．</a:t>
            </a:r>
            <a:endParaRPr lang="en-US" altLang="ja-JP" sz="2400" dirty="0" smtClean="0"/>
          </a:p>
        </p:txBody>
      </p:sp>
      <p:sp>
        <p:nvSpPr>
          <p:cNvPr id="12292" name="スライド番号プレースホル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5D6E38-F535-4E9A-8678-EA1526F54E5C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</Words>
  <Application>Microsoft Office PowerPoint</Application>
  <PresentationFormat>画面に合わせる (4:3)</PresentationFormat>
  <Paragraphs>23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テーマ</vt:lpstr>
      <vt:lpstr>情報工学通論　第２回レポート課題</vt:lpstr>
      <vt:lpstr>課題レポートの構成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情報工学通論　第２回レポート課題</dc:title>
  <dc:creator>sasano</dc:creator>
  <cp:lastModifiedBy>sasano</cp:lastModifiedBy>
  <cp:revision>6</cp:revision>
  <dcterms:created xsi:type="dcterms:W3CDTF">2011-06-22T07:40:50Z</dcterms:created>
  <dcterms:modified xsi:type="dcterms:W3CDTF">2011-06-22T08:21:07Z</dcterms:modified>
</cp:coreProperties>
</file>
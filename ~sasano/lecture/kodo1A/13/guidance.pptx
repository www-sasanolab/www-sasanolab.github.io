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58" r:id="rId8"/>
  </p:sldIdLst>
  <p:sldSz cx="9144000" cy="6858000" type="screen4x3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6" d="100"/>
          <a:sy n="76" d="100"/>
        </p:scale>
        <p:origin x="-132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3737F-4947-D940-BA39-17329301386B}" type="datetimeFigureOut">
              <a:rPr kumimoji="1" lang="ja-JP" altLang="en-US" smtClean="0"/>
              <a:t>2013/4/17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FB7F-0619-984E-8197-8C7716FBEB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0536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3737F-4947-D940-BA39-17329301386B}" type="datetimeFigureOut">
              <a:rPr kumimoji="1" lang="ja-JP" altLang="en-US" smtClean="0"/>
              <a:t>2013/4/17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FB7F-0619-984E-8197-8C7716FBEB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4922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3737F-4947-D940-BA39-17329301386B}" type="datetimeFigureOut">
              <a:rPr kumimoji="1" lang="ja-JP" altLang="en-US" smtClean="0"/>
              <a:t>2013/4/17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FB7F-0619-984E-8197-8C7716FBEB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9357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3737F-4947-D940-BA39-17329301386B}" type="datetimeFigureOut">
              <a:rPr kumimoji="1" lang="ja-JP" altLang="en-US" smtClean="0"/>
              <a:t>2013/4/17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FB7F-0619-984E-8197-8C7716FBEB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340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3737F-4947-D940-BA39-17329301386B}" type="datetimeFigureOut">
              <a:rPr kumimoji="1" lang="ja-JP" altLang="en-US" smtClean="0"/>
              <a:t>2013/4/17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FB7F-0619-984E-8197-8C7716FBEB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8193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3737F-4947-D940-BA39-17329301386B}" type="datetimeFigureOut">
              <a:rPr kumimoji="1" lang="ja-JP" altLang="en-US" smtClean="0"/>
              <a:t>2013/4/17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FB7F-0619-984E-8197-8C7716FBEB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125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3737F-4947-D940-BA39-17329301386B}" type="datetimeFigureOut">
              <a:rPr kumimoji="1" lang="ja-JP" altLang="en-US" smtClean="0"/>
              <a:t>2013/4/17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FB7F-0619-984E-8197-8C7716FBEB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8316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3737F-4947-D940-BA39-17329301386B}" type="datetimeFigureOut">
              <a:rPr kumimoji="1" lang="ja-JP" altLang="en-US" smtClean="0"/>
              <a:t>2013/4/17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FB7F-0619-984E-8197-8C7716FBEB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819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3737F-4947-D940-BA39-17329301386B}" type="datetimeFigureOut">
              <a:rPr kumimoji="1" lang="ja-JP" altLang="en-US" smtClean="0"/>
              <a:t>2013/4/17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FB7F-0619-984E-8197-8C7716FBEB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5252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3737F-4947-D940-BA39-17329301386B}" type="datetimeFigureOut">
              <a:rPr kumimoji="1" lang="ja-JP" altLang="en-US" smtClean="0"/>
              <a:t>2013/4/17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FB7F-0619-984E-8197-8C7716FBEB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195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3737F-4947-D940-BA39-17329301386B}" type="datetimeFigureOut">
              <a:rPr kumimoji="1" lang="ja-JP" altLang="en-US" smtClean="0"/>
              <a:t>2013/4/17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FB7F-0619-984E-8197-8C7716FBEB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0761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3737F-4947-D940-BA39-17329301386B}" type="datetimeFigureOut">
              <a:rPr kumimoji="1" lang="ja-JP" altLang="en-US" smtClean="0"/>
              <a:t>2013/4/17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6FFB7F-0619-984E-8197-8C7716FBEB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2269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7893"/>
            <a:ext cx="7772400" cy="1470025"/>
          </a:xfrm>
        </p:spPr>
        <p:txBody>
          <a:bodyPr/>
          <a:lstStyle/>
          <a:p>
            <a:r>
              <a:rPr kumimoji="1" lang="ja-JP" altLang="en-US" dirty="0" smtClean="0"/>
              <a:t>高度情報演習</a:t>
            </a:r>
            <a:r>
              <a:rPr kumimoji="1" lang="en-US" altLang="ja-JP" dirty="0" smtClean="0"/>
              <a:t>1A</a:t>
            </a:r>
            <a:br>
              <a:rPr kumimoji="1" lang="en-US" altLang="ja-JP" dirty="0" smtClean="0"/>
            </a:br>
            <a:r>
              <a:rPr kumimoji="1" lang="ja-JP" altLang="en-US" dirty="0" smtClean="0"/>
              <a:t>スクリーンセーバ作成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456223" y="5344021"/>
            <a:ext cx="3957934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 smtClean="0"/>
              <a:t>情報工学科</a:t>
            </a:r>
            <a:r>
              <a:rPr lang="en-US" altLang="ja-JP" sz="3200" dirty="0"/>
              <a:t> </a:t>
            </a:r>
            <a:r>
              <a:rPr lang="en-US" altLang="ja-JP" sz="3200" dirty="0" smtClean="0"/>
              <a:t> </a:t>
            </a:r>
            <a:r>
              <a:rPr lang="ja-JP" altLang="en-US" sz="3200" dirty="0" smtClean="0"/>
              <a:t>篠埜　功</a:t>
            </a:r>
            <a:endParaRPr kumimoji="1" lang="en-US" altLang="ja-JP" sz="3200" dirty="0" smtClean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3024329" y="4702655"/>
            <a:ext cx="28745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 smtClean="0"/>
              <a:t>2013</a:t>
            </a:r>
            <a:r>
              <a:rPr kumimoji="1" lang="ja-JP" altLang="en-US" sz="3200" dirty="0" smtClean="0"/>
              <a:t>年</a:t>
            </a:r>
            <a:r>
              <a:rPr lang="en-US" altLang="ja-JP" sz="3200" dirty="0" smtClean="0"/>
              <a:t>4</a:t>
            </a:r>
            <a:r>
              <a:rPr lang="ja-JP" altLang="en-US" sz="3200" dirty="0" smtClean="0"/>
              <a:t>月</a:t>
            </a:r>
            <a:r>
              <a:rPr lang="en-US" altLang="ja-JP" sz="3200" dirty="0" smtClean="0"/>
              <a:t>10</a:t>
            </a:r>
            <a:r>
              <a:rPr lang="ja-JP" altLang="en-US" sz="3200" dirty="0" smtClean="0"/>
              <a:t>日</a:t>
            </a:r>
            <a:endParaRPr kumimoji="1" lang="ja-JP" altLang="en-US" sz="3200" dirty="0"/>
          </a:p>
        </p:txBody>
      </p:sp>
    </p:spTree>
    <p:extLst>
      <p:ext uri="{BB962C8B-B14F-4D97-AF65-F5344CB8AC3E}">
        <p14:creationId xmlns:p14="http://schemas.microsoft.com/office/powerpoint/2010/main" val="443981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内容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90872" y="1568046"/>
            <a:ext cx="7997554" cy="4516225"/>
          </a:xfrm>
        </p:spPr>
        <p:txBody>
          <a:bodyPr>
            <a:normAutofit fontScale="92500" lnSpcReduction="10000"/>
          </a:bodyPr>
          <a:lstStyle/>
          <a:p>
            <a:r>
              <a:rPr kumimoji="1" lang="ja-JP" altLang="en-US" dirty="0" smtClean="0"/>
              <a:t>スクリーンセーバ記述言語の設計</a:t>
            </a:r>
            <a:endParaRPr kumimoji="1" lang="en-US" altLang="ja-JP" dirty="0" smtClean="0"/>
          </a:p>
          <a:p>
            <a:pPr lvl="1"/>
            <a:r>
              <a:rPr kumimoji="1" lang="ja-JP" altLang="en-US" dirty="0" smtClean="0"/>
              <a:t>このような特定用途の言語を</a:t>
            </a:r>
            <a:r>
              <a:rPr kumimoji="1" lang="en-US" altLang="ja-JP" dirty="0" smtClean="0"/>
              <a:t>domain specific language</a:t>
            </a:r>
            <a:r>
              <a:rPr kumimoji="1" lang="ja-JP" altLang="en-US" dirty="0" smtClean="0"/>
              <a:t>（</a:t>
            </a:r>
            <a:r>
              <a:rPr lang="ja-JP" altLang="en-US" dirty="0" smtClean="0"/>
              <a:t>領域特化言語）という。スクリーンセーバ作成用に言語を作る人はまずいないと思われるが、演習に適していると考え、これを題材とする。</a:t>
            </a:r>
            <a:endParaRPr kumimoji="1" lang="en-US" altLang="ja-JP" dirty="0" smtClean="0"/>
          </a:p>
          <a:p>
            <a:r>
              <a:rPr lang="ja-JP" altLang="en-US" dirty="0" smtClean="0"/>
              <a:t>各自が設計した言語のプログラムを読み込んでスクリーンセーバを実行するプログラム（インタプリタ）を作成</a:t>
            </a:r>
            <a:endParaRPr lang="en-US" altLang="ja-JP" dirty="0" smtClean="0"/>
          </a:p>
          <a:p>
            <a:pPr lvl="1"/>
            <a:r>
              <a:rPr lang="ja-JP" altLang="en-US" dirty="0"/>
              <a:t>ある</a:t>
            </a:r>
            <a:r>
              <a:rPr lang="ja-JP" altLang="en-US" dirty="0" smtClean="0"/>
              <a:t>程度複雑な記述言語を設計する場合には</a:t>
            </a:r>
            <a:r>
              <a:rPr lang="ja-JP" altLang="en-US" dirty="0"/>
              <a:t>、</a:t>
            </a:r>
            <a:r>
              <a:rPr lang="en-US" altLang="ja-JP" dirty="0" err="1" smtClean="0"/>
              <a:t>lex</a:t>
            </a:r>
            <a:r>
              <a:rPr lang="en-US" altLang="ja-JP" dirty="0" smtClean="0"/>
              <a:t>, </a:t>
            </a:r>
            <a:r>
              <a:rPr lang="en-US" altLang="ja-JP" dirty="0" err="1" smtClean="0"/>
              <a:t>yacc</a:t>
            </a:r>
            <a:r>
              <a:rPr lang="ja-JP" altLang="en-US" dirty="0" smtClean="0"/>
              <a:t>の使用を推奨する。</a:t>
            </a:r>
            <a:endParaRPr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4114358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ja-JP" altLang="en-US" sz="3600" dirty="0" smtClean="0"/>
              <a:t>例</a:t>
            </a:r>
            <a:endParaRPr kumimoji="1" lang="ja-JP" altLang="en-US" sz="360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985831" y="1417638"/>
            <a:ext cx="65666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/>
              <a:t>簡単なスクリーンセーバ記述言語</a:t>
            </a:r>
            <a:r>
              <a:rPr lang="ja-JP" altLang="en-US" sz="2800" dirty="0" smtClean="0"/>
              <a:t>のプログラム例</a:t>
            </a:r>
            <a:r>
              <a:rPr lang="en-US" altLang="ja-JP" sz="2800" dirty="0"/>
              <a:t>: UURRDDLDLU</a:t>
            </a:r>
            <a:endParaRPr kumimoji="1" lang="ja-JP" altLang="en-US" sz="28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985831" y="2827864"/>
            <a:ext cx="723319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U</a:t>
            </a:r>
            <a:r>
              <a:rPr lang="ja-JP" altLang="en-US" sz="2800" dirty="0" smtClean="0"/>
              <a:t>は</a:t>
            </a:r>
            <a:r>
              <a:rPr kumimoji="1" lang="ja-JP" altLang="en-US" sz="2800" dirty="0" smtClean="0"/>
              <a:t>上、</a:t>
            </a:r>
            <a:r>
              <a:rPr lang="en-US" altLang="ja-JP" sz="2800" dirty="0" smtClean="0"/>
              <a:t>D</a:t>
            </a:r>
            <a:r>
              <a:rPr lang="ja-JP" altLang="en-US" sz="2800" dirty="0" smtClean="0"/>
              <a:t>は下、</a:t>
            </a:r>
            <a:r>
              <a:rPr kumimoji="1" lang="en-US" altLang="ja-JP" sz="2800" dirty="0" smtClean="0"/>
              <a:t>R</a:t>
            </a:r>
            <a:r>
              <a:rPr lang="ja-JP" altLang="en-US" sz="2800" dirty="0" smtClean="0"/>
              <a:t>は</a:t>
            </a:r>
            <a:r>
              <a:rPr kumimoji="1" lang="ja-JP" altLang="en-US" sz="2800" dirty="0" smtClean="0"/>
              <a:t>右、</a:t>
            </a:r>
            <a:r>
              <a:rPr lang="en-US" altLang="ja-JP" sz="2800" dirty="0" smtClean="0"/>
              <a:t>L</a:t>
            </a:r>
            <a:r>
              <a:rPr lang="ja-JP" altLang="en-US" sz="2800" dirty="0" smtClean="0"/>
              <a:t>は左を表すものとし、</a:t>
            </a:r>
            <a:endParaRPr lang="en-US" altLang="ja-JP" sz="2800" dirty="0" smtClean="0"/>
          </a:p>
          <a:p>
            <a:r>
              <a:rPr kumimoji="1" lang="ja-JP" altLang="en-US" sz="2800" dirty="0" smtClean="0"/>
              <a:t>この方向に</a:t>
            </a:r>
            <a:r>
              <a:rPr kumimoji="1" lang="en-US" altLang="ja-JP" sz="2800" dirty="0" smtClean="0"/>
              <a:t>10pixel</a:t>
            </a:r>
            <a:r>
              <a:rPr kumimoji="1" lang="ja-JP" altLang="en-US" sz="2800" dirty="0" err="1" smtClean="0"/>
              <a:t>ずつ</a:t>
            </a:r>
            <a:r>
              <a:rPr kumimoji="1" lang="ja-JP" altLang="en-US" sz="2800" dirty="0" smtClean="0"/>
              <a:t>正方形が動いていく。</a:t>
            </a:r>
            <a:endParaRPr kumimoji="1" lang="en-US" altLang="ja-JP" sz="2800" dirty="0" smtClean="0"/>
          </a:p>
        </p:txBody>
      </p:sp>
    </p:spTree>
    <p:extLst>
      <p:ext uri="{BB962C8B-B14F-4D97-AF65-F5344CB8AC3E}">
        <p14:creationId xmlns:p14="http://schemas.microsoft.com/office/powerpoint/2010/main" val="4045310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デモ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8304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スケジュール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13496" y="1462414"/>
            <a:ext cx="8179359" cy="5084418"/>
          </a:xfrm>
        </p:spPr>
        <p:txBody>
          <a:bodyPr>
            <a:noAutofit/>
          </a:bodyPr>
          <a:lstStyle/>
          <a:p>
            <a:r>
              <a:rPr lang="ja-JP" altLang="en-US" sz="2800" dirty="0" smtClean="0"/>
              <a:t>第１回</a:t>
            </a:r>
            <a:r>
              <a:rPr lang="en-US" altLang="ja-JP" sz="2800" dirty="0" smtClean="0"/>
              <a:t> --- </a:t>
            </a:r>
            <a:r>
              <a:rPr lang="ja-JP" altLang="en-US" sz="2800" dirty="0" smtClean="0"/>
              <a:t>スクリーンセーバ記述言語の簡単な具体例およびその言語のインタプリタの提示</a:t>
            </a:r>
            <a:endParaRPr lang="en-US" altLang="ja-JP" sz="2800" dirty="0" smtClean="0"/>
          </a:p>
          <a:p>
            <a:r>
              <a:rPr kumimoji="1" lang="ja-JP" altLang="en-US" sz="2800" dirty="0" smtClean="0"/>
              <a:t>第１回の残り時間</a:t>
            </a:r>
            <a:r>
              <a:rPr kumimoji="1" lang="en-US" altLang="ja-JP" sz="2800" dirty="0" smtClean="0"/>
              <a:t>〜</a:t>
            </a:r>
            <a:r>
              <a:rPr kumimoji="1" lang="ja-JP" altLang="en-US" sz="2800" dirty="0" smtClean="0"/>
              <a:t>第３回</a:t>
            </a:r>
            <a:r>
              <a:rPr kumimoji="1" lang="en-US" altLang="ja-JP" sz="2800" dirty="0" smtClean="0"/>
              <a:t> --- </a:t>
            </a:r>
            <a:r>
              <a:rPr kumimoji="1" lang="ja-JP" altLang="en-US" sz="2800" dirty="0" smtClean="0"/>
              <a:t>自分でスクリーンセーバ記述</a:t>
            </a:r>
            <a:r>
              <a:rPr lang="ja-JP" altLang="en-US" sz="2800" dirty="0" smtClean="0"/>
              <a:t>言語を設計し、その言語のインタプリタを作成</a:t>
            </a:r>
            <a:endParaRPr lang="en-US" altLang="ja-JP" sz="2800" dirty="0" smtClean="0"/>
          </a:p>
          <a:p>
            <a:r>
              <a:rPr lang="ja-JP" altLang="en-US" sz="2800" dirty="0" smtClean="0"/>
              <a:t>第４回</a:t>
            </a:r>
            <a:r>
              <a:rPr lang="en-US" altLang="ja-JP" sz="2800" dirty="0" smtClean="0"/>
              <a:t> --- </a:t>
            </a:r>
            <a:r>
              <a:rPr lang="ja-JP" altLang="en-US" sz="2800" dirty="0" smtClean="0"/>
              <a:t>第５回で発表できるようにスライド等を準備</a:t>
            </a:r>
            <a:endParaRPr lang="en-US" altLang="ja-JP" sz="2800" dirty="0" smtClean="0"/>
          </a:p>
          <a:p>
            <a:r>
              <a:rPr kumimoji="1" lang="ja-JP" altLang="en-US" sz="2800" dirty="0" smtClean="0"/>
              <a:t>第５回</a:t>
            </a:r>
            <a:r>
              <a:rPr kumimoji="1" lang="en-US" altLang="ja-JP" sz="2800" dirty="0" smtClean="0"/>
              <a:t> --- </a:t>
            </a:r>
            <a:r>
              <a:rPr kumimoji="1" lang="ja-JP" altLang="en-US" sz="2800" dirty="0" smtClean="0"/>
              <a:t>自分の設計した言語</a:t>
            </a:r>
            <a:r>
              <a:rPr lang="ja-JP" altLang="en-US" sz="2800" dirty="0" smtClean="0"/>
              <a:t>の説明および</a:t>
            </a:r>
            <a:r>
              <a:rPr kumimoji="1" lang="ja-JP" altLang="en-US" sz="2800" dirty="0" smtClean="0"/>
              <a:t>その言語で記述したスクリーンセーバプログラムの具体例を１つ動作させるという発表を</a:t>
            </a:r>
            <a:r>
              <a:rPr lang="ja-JP" altLang="en-US" sz="2800" dirty="0" smtClean="0"/>
              <a:t>１人ずつ</a:t>
            </a:r>
            <a:r>
              <a:rPr lang="en-US" altLang="ja-JP" sz="2800" dirty="0" err="1" smtClean="0"/>
              <a:t>Powerpoint</a:t>
            </a:r>
            <a:r>
              <a:rPr lang="ja-JP" altLang="en-US" sz="2800" smtClean="0"/>
              <a:t>等を用いて行う。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539511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評価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第５回の発表により評価を行う。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38908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注意事項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学情センターのパソコンでは、（</a:t>
            </a:r>
            <a:r>
              <a:rPr lang="ja-JP" altLang="en-US" dirty="0" smtClean="0"/>
              <a:t>システムポリシー</a:t>
            </a:r>
            <a:r>
              <a:rPr lang="ja-JP" altLang="en-US" dirty="0"/>
              <a:t>に</a:t>
            </a:r>
            <a:r>
              <a:rPr lang="ja-JP" altLang="en-US" dirty="0" smtClean="0"/>
              <a:t>より）</a:t>
            </a:r>
            <a:r>
              <a:rPr kumimoji="1" lang="ja-JP" altLang="en-US" dirty="0" smtClean="0"/>
              <a:t>スクリーンセーバを各自で設定できないように制限がかけられているいるため、</a:t>
            </a:r>
            <a:r>
              <a:rPr kumimoji="1" lang="en-US" altLang="ja-JP" dirty="0" smtClean="0"/>
              <a:t>.</a:t>
            </a:r>
            <a:r>
              <a:rPr kumimoji="1" lang="en-US" altLang="ja-JP" dirty="0" err="1" smtClean="0"/>
              <a:t>scr</a:t>
            </a:r>
            <a:r>
              <a:rPr kumimoji="1" lang="ja-JP" altLang="en-US" dirty="0" smtClean="0"/>
              <a:t>ファイルを直接実行することによりスクリーンセーバを動作させることとする。</a:t>
            </a:r>
            <a:endParaRPr kumimoji="1"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9120826"/>
      </p:ext>
    </p:extLst>
  </p:cSld>
  <p:clrMapOvr>
    <a:masterClrMapping/>
  </p:clrMapOvr>
</p:sld>
</file>

<file path=ppt/theme/theme1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290</Words>
  <Application>Microsoft Office PowerPoint</Application>
  <PresentationFormat>画面に合わせる (4:3)</PresentationFormat>
  <Paragraphs>22</Paragraphs>
  <Slides>7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8" baseType="lpstr">
      <vt:lpstr>ホワイト</vt:lpstr>
      <vt:lpstr>高度情報演習1A スクリーンセーバ作成</vt:lpstr>
      <vt:lpstr>内容</vt:lpstr>
      <vt:lpstr>例</vt:lpstr>
      <vt:lpstr>デモ</vt:lpstr>
      <vt:lpstr>スケジュール</vt:lpstr>
      <vt:lpstr>評価</vt:lpstr>
      <vt:lpstr>注意事項</vt:lpstr>
    </vt:vector>
  </TitlesOfParts>
  <Company>Shibaura Institute of Technology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高度情報演習1A スクリーンセーバ作成</dc:title>
  <dc:creator>Sasano Isao</dc:creator>
  <cp:lastModifiedBy>sasano isao</cp:lastModifiedBy>
  <cp:revision>48</cp:revision>
  <dcterms:created xsi:type="dcterms:W3CDTF">2013-04-09T09:03:50Z</dcterms:created>
  <dcterms:modified xsi:type="dcterms:W3CDTF">2013-04-17T06:01:03Z</dcterms:modified>
</cp:coreProperties>
</file>
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-32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26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2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049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45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84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63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00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11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17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42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47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C0B91-4105-FC41-AF23-562AED5B73ED}" type="datetimeFigureOut">
              <a:rPr kumimoji="1" lang="ja-JP" altLang="en-US" smtClean="0"/>
              <a:t>12/12/24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60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2316"/>
            <a:ext cx="7772400" cy="847019"/>
          </a:xfrm>
        </p:spPr>
        <p:txBody>
          <a:bodyPr/>
          <a:lstStyle/>
          <a:p>
            <a:r>
              <a:rPr kumimoji="1"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373570" y="5116286"/>
            <a:ext cx="41739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情報工学科</a:t>
            </a:r>
            <a:r>
              <a:rPr kumimoji="1" lang="en-US" altLang="ja-JP" sz="3200" dirty="0" smtClean="0"/>
              <a:t>  </a:t>
            </a:r>
            <a:r>
              <a:rPr lang="ja-JP" altLang="en-US" sz="3200" dirty="0" smtClean="0"/>
              <a:t>篠埜　功</a:t>
            </a:r>
            <a:endParaRPr kumimoji="1" lang="ja-JP" altLang="en-US" sz="3200" dirty="0"/>
          </a:p>
        </p:txBody>
      </p:sp>
      <p:sp>
        <p:nvSpPr>
          <p:cNvPr id="3" name="正方形/長方形 2"/>
          <p:cNvSpPr/>
          <p:nvPr/>
        </p:nvSpPr>
        <p:spPr>
          <a:xfrm>
            <a:off x="1306495" y="3247675"/>
            <a:ext cx="645801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200" dirty="0"/>
              <a:t>第</a:t>
            </a:r>
            <a:r>
              <a:rPr lang="en-US" altLang="ja-JP" sz="3200" dirty="0" smtClean="0"/>
              <a:t>12</a:t>
            </a:r>
            <a:r>
              <a:rPr lang="ja-JP" altLang="en-US" sz="3200" dirty="0" smtClean="0"/>
              <a:t>回</a:t>
            </a:r>
            <a:r>
              <a:rPr lang="en-US" altLang="ja-JP" sz="3200" dirty="0" smtClean="0"/>
              <a:t> </a:t>
            </a:r>
            <a:r>
              <a:rPr lang="ja-JP" altLang="en-US" sz="3200" dirty="0" smtClean="0"/>
              <a:t>論理型</a:t>
            </a:r>
            <a:r>
              <a:rPr lang="ja-JP" altLang="en-US" sz="3200" dirty="0" smtClean="0"/>
              <a:t>プログラミング</a:t>
            </a:r>
            <a:r>
              <a:rPr lang="ja-JP" altLang="en-US" sz="3200" dirty="0" smtClean="0"/>
              <a:t>の補足</a:t>
            </a:r>
            <a:endParaRPr lang="en-US" altLang="ja-JP" sz="3200" dirty="0" smtClean="0"/>
          </a:p>
          <a:p>
            <a:pPr algn="ctr"/>
            <a:r>
              <a:rPr lang="en-US" altLang="ja-JP" sz="3200" dirty="0"/>
              <a:t>p</a:t>
            </a:r>
            <a:r>
              <a:rPr lang="en-US" altLang="ja-JP" sz="3200" dirty="0" smtClean="0"/>
              <a:t>refix, suffix</a:t>
            </a:r>
            <a:r>
              <a:rPr lang="ja-JP" altLang="en-US" sz="3200" dirty="0" smtClean="0"/>
              <a:t>の定義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76626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Prefix, suffix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45419"/>
          </a:xfrm>
        </p:spPr>
        <p:txBody>
          <a:bodyPr/>
          <a:lstStyle/>
          <a:p>
            <a:r>
              <a:rPr lang="en-US" altLang="en-US" dirty="0" smtClean="0"/>
              <a:t>第１２回の講義資料のp.21</a:t>
            </a:r>
            <a:r>
              <a:rPr lang="ja-JP" altLang="en-US" dirty="0" smtClean="0"/>
              <a:t>の</a:t>
            </a:r>
            <a:r>
              <a:rPr lang="en-US" altLang="ja-JP" dirty="0" smtClean="0"/>
              <a:t>prefix, suffix</a:t>
            </a:r>
            <a:r>
              <a:rPr lang="ja-JP" altLang="en-US" dirty="0" smtClean="0"/>
              <a:t>は以下のように定義される述語である。</a:t>
            </a:r>
            <a:endParaRPr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51436" y="2745619"/>
            <a:ext cx="42633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</a:t>
            </a:r>
            <a:r>
              <a:rPr lang="en-US" altLang="ja-JP" sz="2800" dirty="0" smtClean="0"/>
              <a:t>prefix(X,Y) :- append(X,Z,Y).</a:t>
            </a:r>
          </a:p>
          <a:p>
            <a:r>
              <a:rPr kumimoji="1" lang="en-US" altLang="ja-JP" sz="2800" dirty="0"/>
              <a:t> </a:t>
            </a:r>
            <a:r>
              <a:rPr kumimoji="1" lang="en-US" altLang="ja-JP" sz="2800" dirty="0" smtClean="0"/>
              <a:t>suffix(X,Y) :- append(Z,X,Y).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10293" y="5579518"/>
            <a:ext cx="7952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（注）</a:t>
            </a:r>
            <a:r>
              <a:rPr lang="en-US" altLang="ja-JP" sz="2800" dirty="0" smtClean="0"/>
              <a:t>a</a:t>
            </a:r>
            <a:r>
              <a:rPr kumimoji="1" lang="en-US" altLang="ja-JP" sz="2800" dirty="0" smtClean="0"/>
              <a:t>ppend</a:t>
            </a:r>
            <a:r>
              <a:rPr kumimoji="1" lang="ja-JP" altLang="en-US" sz="2800" dirty="0" smtClean="0"/>
              <a:t>は、第１２回の講義資料の</a:t>
            </a:r>
            <a:r>
              <a:rPr kumimoji="1" lang="en-US" altLang="ja-JP" sz="2800" dirty="0" smtClean="0"/>
              <a:t>p.6</a:t>
            </a:r>
            <a:r>
              <a:rPr kumimoji="1" lang="ja-JP" altLang="en-US" sz="2800" dirty="0" smtClean="0"/>
              <a:t>に定義されている述語である。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0293" y="3858973"/>
            <a:ext cx="76567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p</a:t>
            </a:r>
            <a:r>
              <a:rPr kumimoji="1" lang="en-US" altLang="ja-JP" sz="2800" dirty="0" smtClean="0"/>
              <a:t>refix</a:t>
            </a:r>
            <a:r>
              <a:rPr kumimoji="1" lang="ja-JP" altLang="en-US" sz="2800" dirty="0" smtClean="0"/>
              <a:t>（</a:t>
            </a:r>
            <a:r>
              <a:rPr kumimoji="1" lang="en-US" altLang="ja-JP" sz="2800" dirty="0" smtClean="0"/>
              <a:t>X,Y)</a:t>
            </a:r>
            <a:r>
              <a:rPr kumimoji="1" lang="ja-JP" altLang="en-US" sz="2800" dirty="0" smtClean="0"/>
              <a:t>はリスト</a:t>
            </a:r>
            <a:r>
              <a:rPr kumimoji="1" lang="en-US" altLang="ja-JP" sz="2800" dirty="0" smtClean="0"/>
              <a:t>X</a:t>
            </a:r>
            <a:r>
              <a:rPr kumimoji="1" lang="ja-JP" altLang="en-US" sz="2800" dirty="0" smtClean="0"/>
              <a:t>がリスト</a:t>
            </a:r>
            <a:r>
              <a:rPr kumimoji="1" lang="en-US" altLang="ja-JP" sz="2800" dirty="0" smtClean="0"/>
              <a:t>Y</a:t>
            </a:r>
            <a:r>
              <a:rPr kumimoji="1" lang="ja-JP" altLang="en-US" sz="2800" dirty="0" smtClean="0"/>
              <a:t>の先頭部分（長さ自由）、</a:t>
            </a:r>
            <a:r>
              <a:rPr lang="en-US" altLang="ja-JP" sz="2800" dirty="0" smtClean="0"/>
              <a:t>suffix(X,Y)</a:t>
            </a:r>
            <a:r>
              <a:rPr lang="ja-JP" altLang="en-US" sz="2800" dirty="0" smtClean="0"/>
              <a:t>はリスト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がリスト</a:t>
            </a:r>
            <a:r>
              <a:rPr lang="en-US" altLang="ja-JP" sz="2800" dirty="0" smtClean="0"/>
              <a:t>Y</a:t>
            </a:r>
            <a:r>
              <a:rPr lang="ja-JP" altLang="en-US" sz="2800" dirty="0" smtClean="0"/>
              <a:t>の後ろの部分（長さ自由）という関係である。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5386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Prefix, suffix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>query</a:t>
            </a:r>
            <a:r>
              <a:rPr kumimoji="1" lang="ja-JP" altLang="en-US" dirty="0" smtClean="0"/>
              <a:t>の例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6191" y="5259135"/>
            <a:ext cx="739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Prefix, suffix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append</a:t>
            </a:r>
            <a:r>
              <a:rPr kumimoji="1" lang="ja-JP" altLang="en-US" sz="2800" dirty="0" smtClean="0"/>
              <a:t>同様、</a:t>
            </a:r>
            <a:r>
              <a:rPr kumimoji="1" lang="en-US" altLang="ja-JP" sz="2800" dirty="0" smtClean="0"/>
              <a:t>GNU Prolog</a:t>
            </a:r>
            <a:r>
              <a:rPr kumimoji="1" lang="ja-JP" altLang="en-US" sz="2800" dirty="0" smtClean="0"/>
              <a:t>の組み込み述語である（ので定義を入力せず</a:t>
            </a:r>
            <a:r>
              <a:rPr kumimoji="1" lang="en-US" altLang="ja-JP" sz="2800" dirty="0" smtClean="0"/>
              <a:t>query</a:t>
            </a:r>
            <a:r>
              <a:rPr lang="ja-JP" altLang="en-US" sz="2800" dirty="0" smtClean="0"/>
              <a:t>を入力してよい）。</a:t>
            </a:r>
            <a:endParaRPr lang="en-US" altLang="ja-JP" sz="2800" dirty="0" smtClean="0"/>
          </a:p>
        </p:txBody>
      </p:sp>
      <p:sp>
        <p:nvSpPr>
          <p:cNvPr id="5" name="正方形/長方形 4"/>
          <p:cNvSpPr/>
          <p:nvPr/>
        </p:nvSpPr>
        <p:spPr>
          <a:xfrm>
            <a:off x="4572000" y="1807384"/>
            <a:ext cx="332619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ja-JP" sz="2800" dirty="0" smtClean="0"/>
              <a:t>(</a:t>
            </a:r>
            <a:r>
              <a:rPr lang="it-IT" altLang="ja-JP" sz="2800" dirty="0" err="1" smtClean="0"/>
              <a:t>suffix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query</a:t>
            </a:r>
            <a:r>
              <a:rPr lang="ja-JP" altLang="en-US" sz="2800" dirty="0" smtClean="0"/>
              <a:t>の例）</a:t>
            </a:r>
            <a:endParaRPr lang="it-IT" altLang="ja-JP" sz="2800" dirty="0" smtClean="0"/>
          </a:p>
          <a:p>
            <a:r>
              <a:rPr lang="it-IT" altLang="ja-JP" sz="2800" i="1" dirty="0" smtClean="0"/>
              <a:t>?</a:t>
            </a:r>
            <a:r>
              <a:rPr lang="it-IT" altLang="ja-JP" sz="2800" i="1" dirty="0"/>
              <a:t>-</a:t>
            </a:r>
            <a:r>
              <a:rPr lang="it-IT" altLang="ja-JP" sz="2800" dirty="0"/>
              <a:t> </a:t>
            </a:r>
            <a:r>
              <a:rPr lang="it-IT" altLang="ja-JP" sz="2800" dirty="0" err="1">
                <a:solidFill>
                  <a:srgbClr val="FF0000"/>
                </a:solidFill>
              </a:rPr>
              <a:t>suffix</a:t>
            </a:r>
            <a:r>
              <a:rPr lang="it-IT" altLang="ja-JP" sz="2800" dirty="0">
                <a:solidFill>
                  <a:srgbClr val="FF0000"/>
                </a:solidFill>
              </a:rPr>
              <a:t>(X,[1,2]).</a:t>
            </a:r>
          </a:p>
          <a:p>
            <a:r>
              <a:rPr lang="it-IT" altLang="ja-JP" sz="2800" i="1" dirty="0"/>
              <a:t>X = [1,2]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X = [2]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X = []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no</a:t>
            </a:r>
            <a:endParaRPr lang="en-US" altLang="ja-JP" sz="2800" i="1" dirty="0"/>
          </a:p>
        </p:txBody>
      </p:sp>
      <p:sp>
        <p:nvSpPr>
          <p:cNvPr id="6" name="正方形/長方形 5"/>
          <p:cNvSpPr/>
          <p:nvPr/>
        </p:nvSpPr>
        <p:spPr>
          <a:xfrm>
            <a:off x="1028096" y="1824673"/>
            <a:ext cx="33503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（</a:t>
            </a:r>
            <a:r>
              <a:rPr lang="en-US" altLang="ja-JP" sz="2800" dirty="0" smtClean="0"/>
              <a:t>p</a:t>
            </a:r>
            <a:r>
              <a:rPr lang="en-US" altLang="ja-JP" sz="2800" dirty="0" smtClean="0"/>
              <a:t>refix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query</a:t>
            </a:r>
            <a:r>
              <a:rPr lang="ja-JP" altLang="en-US" sz="2800" dirty="0" smtClean="0"/>
              <a:t>の</a:t>
            </a:r>
            <a:r>
              <a:rPr lang="ja-JP" altLang="en-US" sz="2800" dirty="0" smtClean="0"/>
              <a:t>例</a:t>
            </a:r>
            <a:r>
              <a:rPr lang="ja-JP" altLang="en-US" sz="2800" dirty="0"/>
              <a:t>）</a:t>
            </a:r>
            <a:endParaRPr lang="en-US" altLang="ja-JP" sz="2800" dirty="0"/>
          </a:p>
          <a:p>
            <a:r>
              <a:rPr lang="en-US" altLang="ja-JP" sz="2800" i="1" dirty="0"/>
              <a:t>?-</a:t>
            </a:r>
            <a:r>
              <a:rPr lang="en-US" altLang="ja-JP" sz="2800" dirty="0"/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prefix(X,[1,2]).</a:t>
            </a:r>
          </a:p>
          <a:p>
            <a:r>
              <a:rPr lang="en-US" altLang="ja-JP" sz="2800" i="1" dirty="0"/>
              <a:t>X = []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X = [1]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X = [1,2]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943336321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257</Words>
  <Application>Microsoft Macintosh PowerPoint</Application>
  <PresentationFormat>画面に合わせる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ホワイト</vt:lpstr>
      <vt:lpstr>プログラミング言語論</vt:lpstr>
      <vt:lpstr>Prefix, suffix</vt:lpstr>
      <vt:lpstr>Prefix, suffixのqueryの例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 第10回</dc:title>
  <dc:creator>Sasano Isao</dc:creator>
  <cp:lastModifiedBy>Sasano Isao</cp:lastModifiedBy>
  <cp:revision>227</cp:revision>
  <cp:lastPrinted>2012-12-13T09:07:34Z</cp:lastPrinted>
  <dcterms:created xsi:type="dcterms:W3CDTF">2012-11-30T04:37:30Z</dcterms:created>
  <dcterms:modified xsi:type="dcterms:W3CDTF">2012-12-24T05:09:41Z</dcterms:modified>
</cp:coreProperties>
</file>
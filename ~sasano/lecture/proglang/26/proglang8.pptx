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6" r:id="rId2"/>
    <p:sldId id="333" r:id="rId3"/>
    <p:sldId id="305" r:id="rId4"/>
    <p:sldId id="314" r:id="rId5"/>
    <p:sldId id="304" r:id="rId6"/>
    <p:sldId id="306" r:id="rId7"/>
    <p:sldId id="308" r:id="rId8"/>
    <p:sldId id="319" r:id="rId9"/>
    <p:sldId id="303" r:id="rId10"/>
    <p:sldId id="310" r:id="rId11"/>
    <p:sldId id="312" r:id="rId12"/>
    <p:sldId id="315" r:id="rId13"/>
    <p:sldId id="316" r:id="rId14"/>
    <p:sldId id="318" r:id="rId15"/>
    <p:sldId id="320" r:id="rId16"/>
    <p:sldId id="321" r:id="rId17"/>
    <p:sldId id="322" r:id="rId18"/>
    <p:sldId id="324" r:id="rId19"/>
    <p:sldId id="326" r:id="rId20"/>
    <p:sldId id="327" r:id="rId21"/>
    <p:sldId id="329" r:id="rId22"/>
    <p:sldId id="330" r:id="rId23"/>
    <p:sldId id="332" r:id="rId24"/>
    <p:sldId id="331" r:id="rId25"/>
  </p:sldIdLst>
  <p:sldSz cx="9144000" cy="6858000" type="screen4x3"/>
  <p:notesSz cx="6858000" cy="9144000"/>
  <p:defaultTextStyle>
    <a:defPPr>
      <a:defRPr lang="ja-JP"/>
    </a:defPPr>
    <a:lvl1pPr algn="l" rtl="0" fontAlgn="base">
      <a:spcBef>
        <a:spcPct val="0"/>
      </a:spcBef>
      <a:spcAft>
        <a:spcPct val="0"/>
      </a:spcAft>
      <a:defRPr kumimoji="1" sz="2400" b="1"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umimoji="1" sz="2400" b="1"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umimoji="1" sz="2400" b="1"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umimoji="1" sz="2400" b="1"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umimoji="1" sz="2400" b="1" kern="1200">
        <a:solidFill>
          <a:schemeClr val="tx1"/>
        </a:solidFill>
        <a:latin typeface="Arial" charset="0"/>
        <a:ea typeface="ＭＳ Ｐゴシック" charset="0"/>
        <a:cs typeface="ＭＳ Ｐゴシック" charset="0"/>
      </a:defRPr>
    </a:lvl5pPr>
    <a:lvl6pPr marL="2286000" algn="l" defTabSz="457200" rtl="0" eaLnBrk="1" latinLnBrk="0" hangingPunct="1">
      <a:defRPr kumimoji="1" sz="2400" b="1" kern="1200">
        <a:solidFill>
          <a:schemeClr val="tx1"/>
        </a:solidFill>
        <a:latin typeface="Arial" charset="0"/>
        <a:ea typeface="ＭＳ Ｐゴシック" charset="0"/>
        <a:cs typeface="ＭＳ Ｐゴシック" charset="0"/>
      </a:defRPr>
    </a:lvl6pPr>
    <a:lvl7pPr marL="2743200" algn="l" defTabSz="457200" rtl="0" eaLnBrk="1" latinLnBrk="0" hangingPunct="1">
      <a:defRPr kumimoji="1" sz="2400" b="1" kern="1200">
        <a:solidFill>
          <a:schemeClr val="tx1"/>
        </a:solidFill>
        <a:latin typeface="Arial" charset="0"/>
        <a:ea typeface="ＭＳ Ｐゴシック" charset="0"/>
        <a:cs typeface="ＭＳ Ｐゴシック" charset="0"/>
      </a:defRPr>
    </a:lvl7pPr>
    <a:lvl8pPr marL="3200400" algn="l" defTabSz="457200" rtl="0" eaLnBrk="1" latinLnBrk="0" hangingPunct="1">
      <a:defRPr kumimoji="1" sz="2400" b="1" kern="1200">
        <a:solidFill>
          <a:schemeClr val="tx1"/>
        </a:solidFill>
        <a:latin typeface="Arial" charset="0"/>
        <a:ea typeface="ＭＳ Ｐゴシック" charset="0"/>
        <a:cs typeface="ＭＳ Ｐゴシック" charset="0"/>
      </a:defRPr>
    </a:lvl8pPr>
    <a:lvl9pPr marL="3657600" algn="l" defTabSz="457200" rtl="0" eaLnBrk="1" latinLnBrk="0" hangingPunct="1">
      <a:defRPr kumimoji="1" sz="2400" b="1"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EF6"/>
    <a:srgbClr val="E2EBF6"/>
    <a:srgbClr val="5C9CEE"/>
    <a:srgbClr val="80B2F0"/>
    <a:srgbClr val="99C1F1"/>
    <a:srgbClr val="AACBF2"/>
    <a:srgbClr val="BDD4F2"/>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21" d="100"/>
          <a:sy n="121" d="100"/>
        </p:scale>
        <p:origin x="1904"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ea typeface="ＭＳ Ｐゴシック" pitchFamily="48" charset="-128"/>
                <a:cs typeface="+mn-cs"/>
              </a:defRPr>
            </a:lvl1pPr>
          </a:lstStyle>
          <a:p>
            <a:pPr>
              <a:defRPr/>
            </a:pPr>
            <a:endParaRPr lang="en-US" altLang="ja-JP"/>
          </a:p>
        </p:txBody>
      </p:sp>
      <p:sp>
        <p:nvSpPr>
          <p:cNvPr id="2355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ea typeface="ＭＳ Ｐゴシック" pitchFamily="48" charset="-128"/>
                <a:cs typeface="+mn-cs"/>
              </a:defRPr>
            </a:lvl1pPr>
          </a:lstStyle>
          <a:p>
            <a:pPr>
              <a:defRPr/>
            </a:pPr>
            <a:endParaRPr lang="en-US" altLang="ja-JP"/>
          </a:p>
        </p:txBody>
      </p:sp>
      <p:sp>
        <p:nvSpPr>
          <p:cNvPr id="2355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ea typeface="ＭＳ Ｐゴシック" pitchFamily="48" charset="-128"/>
                <a:cs typeface="+mn-cs"/>
              </a:defRPr>
            </a:lvl1pPr>
          </a:lstStyle>
          <a:p>
            <a:pPr>
              <a:defRPr/>
            </a:pPr>
            <a:endParaRPr lang="en-US" altLang="ja-JP"/>
          </a:p>
        </p:txBody>
      </p:sp>
      <p:sp>
        <p:nvSpPr>
          <p:cNvPr id="2355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pPr>
              <a:defRPr/>
            </a:pPr>
            <a:fld id="{05F9D069-CD88-8640-BE5C-216841B4F4E8}" type="slidenum">
              <a:rPr lang="en-US" altLang="ja-JP"/>
              <a:pPr>
                <a:defRPr/>
              </a:pPr>
              <a:t>‹#›</a:t>
            </a:fld>
            <a:endParaRPr lang="en-US" altLang="ja-JP"/>
          </a:p>
        </p:txBody>
      </p:sp>
    </p:spTree>
    <p:extLst>
      <p:ext uri="{BB962C8B-B14F-4D97-AF65-F5344CB8AC3E}">
        <p14:creationId xmlns:p14="http://schemas.microsoft.com/office/powerpoint/2010/main" val="8469892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ea typeface="ＭＳ Ｐゴシック" pitchFamily="48" charset="-128"/>
                <a:cs typeface="+mn-cs"/>
              </a:defRPr>
            </a:lvl1pPr>
          </a:lstStyle>
          <a:p>
            <a:pPr>
              <a:defRPr/>
            </a:pPr>
            <a:endParaRPr lang="en-US" altLang="ja-JP"/>
          </a:p>
        </p:txBody>
      </p:sp>
      <p:sp>
        <p:nvSpPr>
          <p:cNvPr id="12291"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ea typeface="ＭＳ Ｐゴシック" pitchFamily="48" charset="-128"/>
                <a:cs typeface="+mn-cs"/>
              </a:defRPr>
            </a:lvl1pPr>
          </a:lstStyle>
          <a:p>
            <a:pPr>
              <a:defRPr/>
            </a:pPr>
            <a:endParaRPr lang="en-US" altLang="ja-JP"/>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1229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1229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ea typeface="ＭＳ Ｐゴシック" pitchFamily="48" charset="-128"/>
                <a:cs typeface="+mn-cs"/>
              </a:defRPr>
            </a:lvl1pPr>
          </a:lstStyle>
          <a:p>
            <a:pPr>
              <a:defRPr/>
            </a:pPr>
            <a:endParaRPr lang="en-US" altLang="ja-JP"/>
          </a:p>
        </p:txBody>
      </p:sp>
      <p:sp>
        <p:nvSpPr>
          <p:cNvPr id="1229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pPr>
              <a:defRPr/>
            </a:pPr>
            <a:fld id="{96F7EE6E-7770-3549-B7A9-5386A1056E7F}" type="slidenum">
              <a:rPr lang="en-US" altLang="ja-JP"/>
              <a:pPr>
                <a:defRPr/>
              </a:pPr>
              <a:t>‹#›</a:t>
            </a:fld>
            <a:endParaRPr lang="en-US" altLang="ja-JP"/>
          </a:p>
        </p:txBody>
      </p:sp>
    </p:spTree>
    <p:extLst>
      <p:ext uri="{BB962C8B-B14F-4D97-AF65-F5344CB8AC3E}">
        <p14:creationId xmlns:p14="http://schemas.microsoft.com/office/powerpoint/2010/main" val="26151224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ゴシック" pitchFamily="48" charset="-128"/>
        <a:cs typeface="ＭＳ Ｐゴシック" charset="0"/>
      </a:defRPr>
    </a:lvl1pPr>
    <a:lvl2pPr marL="457200" algn="l" rtl="0" eaLnBrk="0" fontAlgn="base" hangingPunct="0">
      <a:spcBef>
        <a:spcPct val="30000"/>
      </a:spcBef>
      <a:spcAft>
        <a:spcPct val="0"/>
      </a:spcAft>
      <a:defRPr kumimoji="1" sz="1200" kern="1200">
        <a:solidFill>
          <a:schemeClr val="tx1"/>
        </a:solidFill>
        <a:latin typeface="Arial" charset="0"/>
        <a:ea typeface="ＭＳ Ｐゴシック" pitchFamily="48"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ゴシック" pitchFamily="48"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ゴシック" pitchFamily="48"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ゴシック" pitchFamily="4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fld id="{C78D0498-6983-C443-8A28-60C3D1101AB6}" type="slidenum">
              <a:rPr lang="en-US" altLang="ja-JP" sz="1200"/>
              <a:pPr/>
              <a:t>1</a:t>
            </a:fld>
            <a:endParaRPr lang="en-US" altLang="ja-JP" sz="1200"/>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ja-JP" altLang="en-US">
              <a:ea typeface="ＭＳ Ｐゴシック"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F6222C7F-A399-024A-BF06-1B599EA4D9AA}" type="slidenum">
              <a:rPr lang="en-US" altLang="ja-JP"/>
              <a:pPr>
                <a:defRPr/>
              </a:pPr>
              <a:t>‹#›</a:t>
            </a:fld>
            <a:endParaRPr lang="en-US" altLang="ja-JP"/>
          </a:p>
        </p:txBody>
      </p:sp>
    </p:spTree>
    <p:extLst>
      <p:ext uri="{BB962C8B-B14F-4D97-AF65-F5344CB8AC3E}">
        <p14:creationId xmlns:p14="http://schemas.microsoft.com/office/powerpoint/2010/main" val="3979709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A4C50E07-7D68-6640-8D85-7DF294A69FA3}" type="slidenum">
              <a:rPr lang="en-US" altLang="ja-JP"/>
              <a:pPr>
                <a:defRPr/>
              </a:pPr>
              <a:t>‹#›</a:t>
            </a:fld>
            <a:endParaRPr lang="en-US" altLang="ja-JP"/>
          </a:p>
        </p:txBody>
      </p:sp>
    </p:spTree>
    <p:extLst>
      <p:ext uri="{BB962C8B-B14F-4D97-AF65-F5344CB8AC3E}">
        <p14:creationId xmlns:p14="http://schemas.microsoft.com/office/powerpoint/2010/main" val="2419948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65D57C9A-BF55-DD45-AA2F-033F03B98A5C}" type="slidenum">
              <a:rPr lang="en-US" altLang="ja-JP"/>
              <a:pPr>
                <a:defRPr/>
              </a:pPr>
              <a:t>‹#›</a:t>
            </a:fld>
            <a:endParaRPr lang="en-US" altLang="ja-JP"/>
          </a:p>
        </p:txBody>
      </p:sp>
    </p:spTree>
    <p:extLst>
      <p:ext uri="{BB962C8B-B14F-4D97-AF65-F5344CB8AC3E}">
        <p14:creationId xmlns:p14="http://schemas.microsoft.com/office/powerpoint/2010/main" val="2930659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AE4C315F-3551-FD41-BB02-F00612468E2C}" type="slidenum">
              <a:rPr lang="en-US" altLang="ja-JP"/>
              <a:pPr>
                <a:defRPr/>
              </a:pPr>
              <a:t>‹#›</a:t>
            </a:fld>
            <a:endParaRPr lang="en-US" altLang="ja-JP"/>
          </a:p>
        </p:txBody>
      </p:sp>
    </p:spTree>
    <p:extLst>
      <p:ext uri="{BB962C8B-B14F-4D97-AF65-F5344CB8AC3E}">
        <p14:creationId xmlns:p14="http://schemas.microsoft.com/office/powerpoint/2010/main" val="913598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6"/>
          <p:cNvSpPr>
            <a:spLocks noGrp="1" noChangeArrowheads="1"/>
          </p:cNvSpPr>
          <p:nvPr>
            <p:ph type="sldNum" sz="quarter" idx="12"/>
          </p:nvPr>
        </p:nvSpPr>
        <p:spPr>
          <a:ln/>
        </p:spPr>
        <p:txBody>
          <a:bodyPr/>
          <a:lstStyle>
            <a:lvl1pPr>
              <a:defRPr/>
            </a:lvl1pPr>
          </a:lstStyle>
          <a:p>
            <a:pPr>
              <a:defRPr/>
            </a:pPr>
            <a:fld id="{FE85F43C-8157-3A46-8C87-11351450953A}" type="slidenum">
              <a:rPr lang="en-US" altLang="ja-JP"/>
              <a:pPr>
                <a:defRPr/>
              </a:pPr>
              <a:t>‹#›</a:t>
            </a:fld>
            <a:endParaRPr lang="en-US" altLang="ja-JP"/>
          </a:p>
        </p:txBody>
      </p:sp>
    </p:spTree>
    <p:extLst>
      <p:ext uri="{BB962C8B-B14F-4D97-AF65-F5344CB8AC3E}">
        <p14:creationId xmlns:p14="http://schemas.microsoft.com/office/powerpoint/2010/main" val="1228144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6"/>
          <p:cNvSpPr>
            <a:spLocks noGrp="1" noChangeArrowheads="1"/>
          </p:cNvSpPr>
          <p:nvPr>
            <p:ph type="sldNum" sz="quarter" idx="12"/>
          </p:nvPr>
        </p:nvSpPr>
        <p:spPr>
          <a:ln/>
        </p:spPr>
        <p:txBody>
          <a:bodyPr/>
          <a:lstStyle>
            <a:lvl1pPr>
              <a:defRPr/>
            </a:lvl1pPr>
          </a:lstStyle>
          <a:p>
            <a:pPr>
              <a:defRPr/>
            </a:pPr>
            <a:fld id="{30E8C369-B94C-0445-8B61-F648EA68B8D2}" type="slidenum">
              <a:rPr lang="en-US" altLang="ja-JP"/>
              <a:pPr>
                <a:defRPr/>
              </a:pPr>
              <a:t>‹#›</a:t>
            </a:fld>
            <a:endParaRPr lang="en-US" altLang="ja-JP"/>
          </a:p>
        </p:txBody>
      </p:sp>
    </p:spTree>
    <p:extLst>
      <p:ext uri="{BB962C8B-B14F-4D97-AF65-F5344CB8AC3E}">
        <p14:creationId xmlns:p14="http://schemas.microsoft.com/office/powerpoint/2010/main" val="174829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p:cNvSpPr>
            <a:spLocks noGrp="1" noChangeArrowheads="1"/>
          </p:cNvSpPr>
          <p:nvPr>
            <p:ph type="sldNum" sz="quarter" idx="12"/>
          </p:nvPr>
        </p:nvSpPr>
        <p:spPr>
          <a:ln/>
        </p:spPr>
        <p:txBody>
          <a:bodyPr/>
          <a:lstStyle>
            <a:lvl1pPr>
              <a:defRPr/>
            </a:lvl1pPr>
          </a:lstStyle>
          <a:p>
            <a:pPr>
              <a:defRPr/>
            </a:pPr>
            <a:fld id="{2230C0AF-47B0-9241-B864-A63CDEBE6801}" type="slidenum">
              <a:rPr lang="en-US" altLang="ja-JP"/>
              <a:pPr>
                <a:defRPr/>
              </a:pPr>
              <a:t>‹#›</a:t>
            </a:fld>
            <a:endParaRPr lang="en-US" altLang="ja-JP"/>
          </a:p>
        </p:txBody>
      </p:sp>
    </p:spTree>
    <p:extLst>
      <p:ext uri="{BB962C8B-B14F-4D97-AF65-F5344CB8AC3E}">
        <p14:creationId xmlns:p14="http://schemas.microsoft.com/office/powerpoint/2010/main" val="3255740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0EBDD625-4659-7D44-B3FF-7877D9B8810F}" type="slidenum">
              <a:rPr lang="en-US" altLang="ja-JP"/>
              <a:pPr>
                <a:defRPr/>
              </a:pPr>
              <a:t>‹#›</a:t>
            </a:fld>
            <a:endParaRPr lang="en-US" altLang="ja-JP"/>
          </a:p>
        </p:txBody>
      </p:sp>
    </p:spTree>
    <p:extLst>
      <p:ext uri="{BB962C8B-B14F-4D97-AF65-F5344CB8AC3E}">
        <p14:creationId xmlns:p14="http://schemas.microsoft.com/office/powerpoint/2010/main" val="494138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5C222A6B-ED3D-6044-8734-58F489842582}" type="slidenum">
              <a:rPr lang="en-US" altLang="ja-JP"/>
              <a:pPr>
                <a:defRPr/>
              </a:pPr>
              <a:t>‹#›</a:t>
            </a:fld>
            <a:endParaRPr lang="en-US" altLang="ja-JP"/>
          </a:p>
        </p:txBody>
      </p:sp>
    </p:spTree>
    <p:extLst>
      <p:ext uri="{BB962C8B-B14F-4D97-AF65-F5344CB8AC3E}">
        <p14:creationId xmlns:p14="http://schemas.microsoft.com/office/powerpoint/2010/main" val="1495763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5F230E48-A18F-CF4E-AB9A-A2B5AF5F8D2C}" type="slidenum">
              <a:rPr lang="en-US" altLang="ja-JP"/>
              <a:pPr>
                <a:defRPr/>
              </a:pPr>
              <a:t>‹#›</a:t>
            </a:fld>
            <a:endParaRPr lang="en-US" altLang="ja-JP"/>
          </a:p>
        </p:txBody>
      </p:sp>
    </p:spTree>
    <p:extLst>
      <p:ext uri="{BB962C8B-B14F-4D97-AF65-F5344CB8AC3E}">
        <p14:creationId xmlns:p14="http://schemas.microsoft.com/office/powerpoint/2010/main" val="3031302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15100" y="609600"/>
            <a:ext cx="1943100" cy="54864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685800" y="609600"/>
            <a:ext cx="5676900" cy="54864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35B176BE-67CC-E948-BDBC-7B94108E3423}" type="slidenum">
              <a:rPr lang="en-US" altLang="ja-JP"/>
              <a:pPr>
                <a:defRPr/>
              </a:pPr>
              <a:t>‹#›</a:t>
            </a:fld>
            <a:endParaRPr lang="en-US" altLang="ja-JP"/>
          </a:p>
        </p:txBody>
      </p:sp>
    </p:spTree>
    <p:extLst>
      <p:ext uri="{BB962C8B-B14F-4D97-AF65-F5344CB8AC3E}">
        <p14:creationId xmlns:p14="http://schemas.microsoft.com/office/powerpoint/2010/main" val="2680335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b="0">
                <a:ea typeface="ＭＳ Ｐゴシック" pitchFamily="48" charset="-128"/>
                <a:cs typeface="+mn-cs"/>
              </a:defRPr>
            </a:lvl1pPr>
          </a:lstStyle>
          <a:p>
            <a:pPr>
              <a:defRPr/>
            </a:pPr>
            <a:endParaRPr lang="en-US" altLang="ja-JP"/>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b="0">
                <a:ea typeface="ＭＳ Ｐゴシック" pitchFamily="48" charset="-128"/>
                <a:cs typeface="+mn-cs"/>
              </a:defRPr>
            </a:lvl1pPr>
          </a:lstStyle>
          <a:p>
            <a:pPr>
              <a:defRPr/>
            </a:pPr>
            <a:endParaRPr lang="en-US" altLang="ja-JP"/>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b="0"/>
            </a:lvl1pPr>
          </a:lstStyle>
          <a:p>
            <a:pPr>
              <a:defRPr/>
            </a:pPr>
            <a:fld id="{D2A029C3-9E57-3040-9544-B18292FF060A}"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a:solidFill>
            <a:schemeClr val="tx2"/>
          </a:solidFill>
          <a:latin typeface="+mj-lt"/>
          <a:ea typeface="+mj-ea"/>
          <a:cs typeface="ＭＳ Ｐゴシック" charset="0"/>
        </a:defRPr>
      </a:lvl1pPr>
      <a:lvl2pPr algn="ctr" rtl="0" eaLnBrk="0" fontAlgn="base" hangingPunct="0">
        <a:spcBef>
          <a:spcPct val="0"/>
        </a:spcBef>
        <a:spcAft>
          <a:spcPct val="0"/>
        </a:spcAft>
        <a:defRPr kumimoji="1" sz="4400">
          <a:solidFill>
            <a:schemeClr val="tx2"/>
          </a:solidFill>
          <a:latin typeface="Arial" charset="0"/>
          <a:ea typeface="ＭＳ Ｐゴシック" pitchFamily="48" charset="-128"/>
          <a:cs typeface="ＭＳ Ｐゴシック" charset="0"/>
        </a:defRPr>
      </a:lvl2pPr>
      <a:lvl3pPr algn="ctr" rtl="0" eaLnBrk="0" fontAlgn="base" hangingPunct="0">
        <a:spcBef>
          <a:spcPct val="0"/>
        </a:spcBef>
        <a:spcAft>
          <a:spcPct val="0"/>
        </a:spcAft>
        <a:defRPr kumimoji="1" sz="4400">
          <a:solidFill>
            <a:schemeClr val="tx2"/>
          </a:solidFill>
          <a:latin typeface="Arial" charset="0"/>
          <a:ea typeface="ＭＳ Ｐゴシック" pitchFamily="48" charset="-128"/>
          <a:cs typeface="ＭＳ Ｐゴシック" charset="0"/>
        </a:defRPr>
      </a:lvl3pPr>
      <a:lvl4pPr algn="ctr" rtl="0" eaLnBrk="0" fontAlgn="base" hangingPunct="0">
        <a:spcBef>
          <a:spcPct val="0"/>
        </a:spcBef>
        <a:spcAft>
          <a:spcPct val="0"/>
        </a:spcAft>
        <a:defRPr kumimoji="1" sz="4400">
          <a:solidFill>
            <a:schemeClr val="tx2"/>
          </a:solidFill>
          <a:latin typeface="Arial" charset="0"/>
          <a:ea typeface="ＭＳ Ｐゴシック" pitchFamily="48" charset="-128"/>
          <a:cs typeface="ＭＳ Ｐゴシック" charset="0"/>
        </a:defRPr>
      </a:lvl4pPr>
      <a:lvl5pPr algn="ctr" rtl="0" eaLnBrk="0" fontAlgn="base" hangingPunct="0">
        <a:spcBef>
          <a:spcPct val="0"/>
        </a:spcBef>
        <a:spcAft>
          <a:spcPct val="0"/>
        </a:spcAft>
        <a:defRPr kumimoji="1" sz="4400">
          <a:solidFill>
            <a:schemeClr val="tx2"/>
          </a:solidFill>
          <a:latin typeface="Arial" charset="0"/>
          <a:ea typeface="ＭＳ Ｐゴシック" pitchFamily="48" charset="-128"/>
          <a:cs typeface="ＭＳ Ｐゴシック" charset="0"/>
        </a:defRPr>
      </a:lvl5pPr>
      <a:lvl6pPr marL="457200" algn="ctr" rtl="0" fontAlgn="base">
        <a:spcBef>
          <a:spcPct val="0"/>
        </a:spcBef>
        <a:spcAft>
          <a:spcPct val="0"/>
        </a:spcAft>
        <a:defRPr kumimoji="1" sz="4400">
          <a:solidFill>
            <a:schemeClr val="tx2"/>
          </a:solidFill>
          <a:latin typeface="Arial" charset="0"/>
          <a:ea typeface="ＭＳ Ｐゴシック" pitchFamily="48" charset="-128"/>
        </a:defRPr>
      </a:lvl6pPr>
      <a:lvl7pPr marL="914400" algn="ctr" rtl="0" fontAlgn="base">
        <a:spcBef>
          <a:spcPct val="0"/>
        </a:spcBef>
        <a:spcAft>
          <a:spcPct val="0"/>
        </a:spcAft>
        <a:defRPr kumimoji="1" sz="4400">
          <a:solidFill>
            <a:schemeClr val="tx2"/>
          </a:solidFill>
          <a:latin typeface="Arial" charset="0"/>
          <a:ea typeface="ＭＳ Ｐゴシック" pitchFamily="48" charset="-128"/>
        </a:defRPr>
      </a:lvl7pPr>
      <a:lvl8pPr marL="1371600" algn="ctr" rtl="0" fontAlgn="base">
        <a:spcBef>
          <a:spcPct val="0"/>
        </a:spcBef>
        <a:spcAft>
          <a:spcPct val="0"/>
        </a:spcAft>
        <a:defRPr kumimoji="1" sz="4400">
          <a:solidFill>
            <a:schemeClr val="tx2"/>
          </a:solidFill>
          <a:latin typeface="Arial" charset="0"/>
          <a:ea typeface="ＭＳ Ｐゴシック" pitchFamily="48" charset="-128"/>
        </a:defRPr>
      </a:lvl8pPr>
      <a:lvl9pPr marL="1828800" algn="ctr" rtl="0" fontAlgn="base">
        <a:spcBef>
          <a:spcPct val="0"/>
        </a:spcBef>
        <a:spcAft>
          <a:spcPct val="0"/>
        </a:spcAft>
        <a:defRPr kumimoji="1" sz="4400">
          <a:solidFill>
            <a:schemeClr val="tx2"/>
          </a:solidFill>
          <a:latin typeface="Arial" charset="0"/>
          <a:ea typeface="ＭＳ Ｐゴシック" pitchFamily="48"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642938" y="1714500"/>
            <a:ext cx="7772400" cy="1143000"/>
          </a:xfrm>
        </p:spPr>
        <p:txBody>
          <a:bodyPr/>
          <a:lstStyle/>
          <a:p>
            <a:pPr eaLnBrk="1" hangingPunct="1"/>
            <a:r>
              <a:rPr lang="ja-JP" altLang="en-US">
                <a:latin typeface="Arial" charset="0"/>
                <a:ea typeface="ＭＳ Ｐゴシック" charset="0"/>
              </a:rPr>
              <a:t>プログラミング言語論</a:t>
            </a:r>
            <a:endParaRPr lang="en-US" altLang="ja-JP">
              <a:latin typeface="Arial" charset="0"/>
              <a:ea typeface="ＭＳ Ｐゴシック" charset="0"/>
            </a:endParaRPr>
          </a:p>
        </p:txBody>
      </p:sp>
      <p:sp>
        <p:nvSpPr>
          <p:cNvPr id="15362" name="Rectangle 3"/>
          <p:cNvSpPr>
            <a:spLocks noGrp="1" noChangeArrowheads="1"/>
          </p:cNvSpPr>
          <p:nvPr>
            <p:ph type="subTitle" idx="1"/>
          </p:nvPr>
        </p:nvSpPr>
        <p:spPr>
          <a:xfrm>
            <a:off x="1520825" y="4869160"/>
            <a:ext cx="5715000" cy="642937"/>
          </a:xfrm>
        </p:spPr>
        <p:txBody>
          <a:bodyPr/>
          <a:lstStyle/>
          <a:p>
            <a:pPr eaLnBrk="1" hangingPunct="1"/>
            <a:r>
              <a:rPr lang="ja-JP" altLang="en-US">
                <a:latin typeface="Arial" charset="0"/>
                <a:ea typeface="ＭＳ Ｐゴシック" charset="0"/>
              </a:rPr>
              <a:t>篠埜　功</a:t>
            </a:r>
          </a:p>
        </p:txBody>
      </p:sp>
      <p:sp>
        <p:nvSpPr>
          <p:cNvPr id="15363" name="正方形/長方形 3"/>
          <p:cNvSpPr>
            <a:spLocks noChangeArrowheads="1"/>
          </p:cNvSpPr>
          <p:nvPr/>
        </p:nvSpPr>
        <p:spPr bwMode="auto">
          <a:xfrm>
            <a:off x="1592263" y="3286125"/>
            <a:ext cx="5572125" cy="5847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ja-JP" altLang="en-US" sz="3200" b="0" dirty="0"/>
              <a:t>第</a:t>
            </a:r>
            <a:r>
              <a:rPr lang="en-US" altLang="ja-JP" sz="3200" b="0" dirty="0"/>
              <a:t>8</a:t>
            </a:r>
            <a:r>
              <a:rPr lang="ja-JP" altLang="en-US" sz="3200" b="0" dirty="0"/>
              <a:t>回　型</a:t>
            </a:r>
            <a:endParaRPr lang="en-US" altLang="ja-JP" sz="32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85800" y="332656"/>
            <a:ext cx="7772400" cy="1143000"/>
          </a:xfrm>
        </p:spPr>
        <p:txBody>
          <a:bodyPr/>
          <a:lstStyle/>
          <a:p>
            <a:r>
              <a:rPr lang="ja-JP" altLang="en-US" dirty="0"/>
              <a:t>型付き言語</a:t>
            </a:r>
            <a:endParaRPr kumimoji="1" lang="ja-JP" altLang="en-US" dirty="0"/>
          </a:p>
        </p:txBody>
      </p:sp>
      <p:sp>
        <p:nvSpPr>
          <p:cNvPr id="3" name="コンテンツ プレースホルダー 2"/>
          <p:cNvSpPr>
            <a:spLocks noGrp="1"/>
          </p:cNvSpPr>
          <p:nvPr>
            <p:ph idx="1"/>
          </p:nvPr>
        </p:nvSpPr>
        <p:spPr>
          <a:xfrm>
            <a:off x="251520" y="1690464"/>
            <a:ext cx="8712968" cy="4114800"/>
          </a:xfrm>
        </p:spPr>
        <p:txBody>
          <a:bodyPr/>
          <a:lstStyle/>
          <a:p>
            <a:r>
              <a:rPr lang="ja-JP" altLang="en-US" dirty="0"/>
              <a:t>静的型付き言語</a:t>
            </a:r>
            <a:r>
              <a:rPr lang="en-US" altLang="ja-JP" dirty="0"/>
              <a:t>(statically typed language)</a:t>
            </a:r>
          </a:p>
          <a:p>
            <a:pPr lvl="1"/>
            <a:r>
              <a:rPr lang="ja-JP" altLang="en-US" dirty="0"/>
              <a:t>コンパイル時に型の整合性を検査する</a:t>
            </a:r>
            <a:endParaRPr lang="en-US" altLang="ja-JP" dirty="0"/>
          </a:p>
          <a:p>
            <a:pPr lvl="1"/>
            <a:r>
              <a:rPr lang="ja-JP" altLang="en-US" dirty="0"/>
              <a:t>（例）</a:t>
            </a:r>
            <a:r>
              <a:rPr lang="en-US" altLang="ja-JP" dirty="0"/>
              <a:t>C, Java, Pascal</a:t>
            </a:r>
            <a:r>
              <a:rPr lang="ja-JP" altLang="en-US" dirty="0"/>
              <a:t>など</a:t>
            </a:r>
            <a:endParaRPr lang="en-US" altLang="ja-JP" dirty="0"/>
          </a:p>
          <a:p>
            <a:r>
              <a:rPr kumimoji="1" lang="ja-JP" altLang="en-US" dirty="0"/>
              <a:t>動的型付き言語</a:t>
            </a:r>
            <a:r>
              <a:rPr kumimoji="1" lang="en-US" altLang="ja-JP" dirty="0"/>
              <a:t>(dynamically typed language)</a:t>
            </a:r>
          </a:p>
          <a:p>
            <a:pPr lvl="1"/>
            <a:r>
              <a:rPr lang="ja-JP" altLang="en-US" dirty="0"/>
              <a:t>実行時に型の整合性を検査する</a:t>
            </a:r>
            <a:endParaRPr kumimoji="1" lang="en-US" altLang="ja-JP" dirty="0"/>
          </a:p>
          <a:p>
            <a:pPr lvl="1"/>
            <a:r>
              <a:rPr lang="ja-JP" altLang="en-US" dirty="0"/>
              <a:t>（例）</a:t>
            </a:r>
            <a:r>
              <a:rPr lang="en-US" altLang="ja-JP" dirty="0"/>
              <a:t>Lisp, </a:t>
            </a:r>
            <a:r>
              <a:rPr lang="en-US" altLang="ja-JP" dirty="0" err="1"/>
              <a:t>Emacs</a:t>
            </a:r>
            <a:r>
              <a:rPr lang="en-US" altLang="ja-JP" dirty="0"/>
              <a:t> Lisp, Scheme</a:t>
            </a:r>
            <a:r>
              <a:rPr lang="ja-JP" altLang="en-US" dirty="0"/>
              <a:t>など</a:t>
            </a:r>
            <a:endParaRPr kumimoji="1" lang="ja-JP" altLang="en-US" dirty="0"/>
          </a:p>
        </p:txBody>
      </p:sp>
    </p:spTree>
    <p:extLst>
      <p:ext uri="{BB962C8B-B14F-4D97-AF65-F5344CB8AC3E}">
        <p14:creationId xmlns:p14="http://schemas.microsoft.com/office/powerpoint/2010/main" val="710852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タイトル 1"/>
          <p:cNvSpPr>
            <a:spLocks noGrp="1"/>
          </p:cNvSpPr>
          <p:nvPr>
            <p:ph type="title"/>
          </p:nvPr>
        </p:nvSpPr>
        <p:spPr>
          <a:xfrm>
            <a:off x="642938" y="357188"/>
            <a:ext cx="7772400" cy="1143000"/>
          </a:xfrm>
        </p:spPr>
        <p:txBody>
          <a:bodyPr/>
          <a:lstStyle/>
          <a:p>
            <a:r>
              <a:rPr lang="ja-JP" altLang="en-US">
                <a:latin typeface="Arial" charset="0"/>
                <a:ea typeface="ＭＳ Ｐゴシック" charset="0"/>
              </a:rPr>
              <a:t>型とは</a:t>
            </a:r>
          </a:p>
        </p:txBody>
      </p:sp>
      <p:sp>
        <p:nvSpPr>
          <p:cNvPr id="17410" name="コンテンツ プレースホルダ 2"/>
          <p:cNvSpPr>
            <a:spLocks noGrp="1"/>
          </p:cNvSpPr>
          <p:nvPr>
            <p:ph idx="1"/>
          </p:nvPr>
        </p:nvSpPr>
        <p:spPr>
          <a:xfrm>
            <a:off x="857250" y="1571625"/>
            <a:ext cx="2643188" cy="4143375"/>
          </a:xfrm>
          <a:ln>
            <a:solidFill>
              <a:schemeClr val="tx1"/>
            </a:solidFill>
            <a:miter lim="800000"/>
            <a:headEnd/>
            <a:tailEnd/>
          </a:ln>
        </p:spPr>
        <p:txBody>
          <a:bodyPr/>
          <a:lstStyle/>
          <a:p>
            <a:pPr>
              <a:buFontTx/>
              <a:buNone/>
            </a:pPr>
            <a:r>
              <a:rPr lang="ja-JP" altLang="en-US">
                <a:latin typeface="Arial" charset="0"/>
                <a:ea typeface="ＭＳ Ｐゴシック" charset="0"/>
              </a:rPr>
              <a:t>（例）</a:t>
            </a:r>
            <a:endParaRPr lang="en-US" altLang="ja-JP">
              <a:latin typeface="Arial" charset="0"/>
              <a:ea typeface="ＭＳ Ｐゴシック" charset="0"/>
            </a:endParaRPr>
          </a:p>
          <a:p>
            <a:pPr>
              <a:buFontTx/>
              <a:buNone/>
            </a:pPr>
            <a:r>
              <a:rPr lang="en-US" altLang="ja-JP">
                <a:latin typeface="Arial" charset="0"/>
                <a:ea typeface="ＭＳ Ｐゴシック" charset="0"/>
              </a:rPr>
              <a:t>int f ( ) {</a:t>
            </a:r>
          </a:p>
          <a:p>
            <a:pPr>
              <a:buFontTx/>
              <a:buNone/>
            </a:pPr>
            <a:r>
              <a:rPr lang="en-US" altLang="ja-JP">
                <a:latin typeface="Arial" charset="0"/>
                <a:ea typeface="ＭＳ Ｐゴシック" charset="0"/>
              </a:rPr>
              <a:t>  int x, y;</a:t>
            </a:r>
          </a:p>
          <a:p>
            <a:pPr>
              <a:buFontTx/>
              <a:buNone/>
            </a:pPr>
            <a:r>
              <a:rPr lang="en-US" altLang="ja-JP">
                <a:latin typeface="Arial" charset="0"/>
                <a:ea typeface="ＭＳ Ｐゴシック" charset="0"/>
              </a:rPr>
              <a:t>  x = 4;</a:t>
            </a:r>
          </a:p>
          <a:p>
            <a:pPr>
              <a:buFontTx/>
              <a:buNone/>
            </a:pPr>
            <a:r>
              <a:rPr lang="en-US" altLang="ja-JP">
                <a:latin typeface="Arial" charset="0"/>
                <a:ea typeface="ＭＳ Ｐゴシック" charset="0"/>
              </a:rPr>
              <a:t>  y = 3 + x;</a:t>
            </a:r>
          </a:p>
          <a:p>
            <a:pPr>
              <a:buFontTx/>
              <a:buNone/>
            </a:pPr>
            <a:r>
              <a:rPr lang="en-US" altLang="ja-JP">
                <a:latin typeface="Arial" charset="0"/>
                <a:ea typeface="ＭＳ Ｐゴシック" charset="0"/>
              </a:rPr>
              <a:t>  return y;</a:t>
            </a:r>
          </a:p>
          <a:p>
            <a:pPr>
              <a:buFontTx/>
              <a:buNone/>
            </a:pPr>
            <a:r>
              <a:rPr lang="en-US" altLang="ja-JP">
                <a:latin typeface="Arial" charset="0"/>
                <a:ea typeface="ＭＳ Ｐゴシック" charset="0"/>
              </a:rPr>
              <a:t>}</a:t>
            </a:r>
            <a:endParaRPr lang="ja-JP" altLang="en-US">
              <a:latin typeface="Arial" charset="0"/>
              <a:ea typeface="ＭＳ Ｐゴシック" charset="0"/>
            </a:endParaRPr>
          </a:p>
        </p:txBody>
      </p:sp>
      <p:sp>
        <p:nvSpPr>
          <p:cNvPr id="17411" name="正方形/長方形 3"/>
          <p:cNvSpPr>
            <a:spLocks noChangeArrowheads="1"/>
          </p:cNvSpPr>
          <p:nvPr/>
        </p:nvSpPr>
        <p:spPr bwMode="auto">
          <a:xfrm>
            <a:off x="3786188" y="2500313"/>
            <a:ext cx="4572000" cy="18158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ja-JP" altLang="en-US" sz="2800" b="0" dirty="0"/>
              <a:t>静的型付き言語のプログラムは、コンパイル時に型について整合性がとれている必要がある。</a:t>
            </a:r>
            <a:endParaRPr lang="en-US" altLang="ja-JP" sz="2800" b="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タイトル 1"/>
          <p:cNvSpPr>
            <a:spLocks noGrp="1"/>
          </p:cNvSpPr>
          <p:nvPr>
            <p:ph type="title"/>
          </p:nvPr>
        </p:nvSpPr>
        <p:spPr>
          <a:xfrm>
            <a:off x="714375" y="357188"/>
            <a:ext cx="7772400" cy="1143000"/>
          </a:xfrm>
        </p:spPr>
        <p:txBody>
          <a:bodyPr/>
          <a:lstStyle/>
          <a:p>
            <a:r>
              <a:rPr lang="ja-JP" altLang="en-US" dirty="0">
                <a:latin typeface="Arial" charset="0"/>
                <a:ea typeface="ＭＳ Ｐゴシック" charset="0"/>
              </a:rPr>
              <a:t>型検査</a:t>
            </a:r>
          </a:p>
        </p:txBody>
      </p:sp>
      <p:sp>
        <p:nvSpPr>
          <p:cNvPr id="18434" name="コンテンツ プレースホルダ 2"/>
          <p:cNvSpPr>
            <a:spLocks noGrp="1"/>
          </p:cNvSpPr>
          <p:nvPr>
            <p:ph idx="1"/>
          </p:nvPr>
        </p:nvSpPr>
        <p:spPr>
          <a:xfrm>
            <a:off x="323528" y="1643063"/>
            <a:ext cx="8820472" cy="4591050"/>
          </a:xfrm>
        </p:spPr>
        <p:txBody>
          <a:bodyPr/>
          <a:lstStyle/>
          <a:p>
            <a:pPr marL="0" indent="0">
              <a:buFontTx/>
              <a:buNone/>
            </a:pPr>
            <a:r>
              <a:rPr lang="ja-JP" altLang="en-US" sz="2800" dirty="0">
                <a:latin typeface="Arial" charset="0"/>
                <a:ea typeface="ＭＳ Ｐゴシック" charset="0"/>
              </a:rPr>
              <a:t>コンパイル時に、型について（その言語で定められた基準で）整合性がとれているかどうかを検査する。</a:t>
            </a:r>
            <a:endParaRPr lang="en-US" altLang="ja-JP" sz="2800" dirty="0">
              <a:latin typeface="Arial" charset="0"/>
              <a:ea typeface="ＭＳ Ｐゴシック" charset="0"/>
            </a:endParaRPr>
          </a:p>
          <a:p>
            <a:pPr marL="0" indent="0">
              <a:buFontTx/>
              <a:buNone/>
            </a:pPr>
            <a:r>
              <a:rPr lang="ja-JP" altLang="en-US" sz="2800" dirty="0">
                <a:latin typeface="Arial" charset="0"/>
                <a:ea typeface="ＭＳ Ｐゴシック" charset="0"/>
              </a:rPr>
              <a:t>プログラムの正当性を部分的に示すことになる。（実行時のエラーを減少させる。）</a:t>
            </a:r>
            <a:endParaRPr lang="en-US" altLang="ja-JP" sz="2800" dirty="0">
              <a:latin typeface="Arial" charset="0"/>
              <a:ea typeface="ＭＳ Ｐゴシック" charset="0"/>
            </a:endParaRPr>
          </a:p>
          <a:p>
            <a:pPr marL="0" indent="0">
              <a:buFontTx/>
              <a:buNone/>
            </a:pPr>
            <a:r>
              <a:rPr lang="ja-JP" altLang="en-US" sz="2800" dirty="0">
                <a:latin typeface="Arial" charset="0"/>
                <a:ea typeface="ＭＳ Ｐゴシック" charset="0"/>
              </a:rPr>
              <a:t>型情報は静的意味（実行しなくても分かる情報）であり、型検査は静的意味の解析の一種。</a:t>
            </a:r>
            <a:endParaRPr lang="en-US" altLang="ja-JP" sz="2800" dirty="0">
              <a:latin typeface="Arial" charset="0"/>
              <a:ea typeface="ＭＳ Ｐゴシック" charset="0"/>
            </a:endParaRPr>
          </a:p>
          <a:p>
            <a:pPr marL="0" indent="0">
              <a:spcBef>
                <a:spcPts val="672"/>
              </a:spcBef>
              <a:spcAft>
                <a:spcPts val="0"/>
              </a:spcAft>
              <a:buFontTx/>
              <a:buNone/>
            </a:pPr>
            <a:r>
              <a:rPr lang="ja-JP" altLang="en-US" sz="2800" dirty="0">
                <a:latin typeface="Arial" charset="0"/>
                <a:ea typeface="ＭＳ Ｐゴシック" charset="0"/>
              </a:rPr>
              <a:t>型検査はコンパイラの中で、構文解析</a:t>
            </a:r>
            <a:r>
              <a:rPr lang="en-US" altLang="en-US" sz="2800" dirty="0">
                <a:latin typeface="Arial" charset="0"/>
                <a:ea typeface="ＭＳ Ｐゴシック" charset="0"/>
              </a:rPr>
              <a:t>より</a:t>
            </a:r>
            <a:r>
              <a:rPr lang="ja-JP" altLang="en-US" sz="2800" dirty="0">
                <a:latin typeface="Arial" charset="0"/>
                <a:ea typeface="ＭＳ Ｐゴシック" charset="0"/>
              </a:rPr>
              <a:t>後のフェーズで行う。</a:t>
            </a:r>
            <a:endParaRPr lang="en-US" altLang="ja-JP" sz="2800" dirty="0">
              <a:latin typeface="Arial" charset="0"/>
              <a:ea typeface="ＭＳ Ｐゴシック"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タイトル 1"/>
          <p:cNvSpPr>
            <a:spLocks noGrp="1"/>
          </p:cNvSpPr>
          <p:nvPr>
            <p:ph type="title"/>
          </p:nvPr>
        </p:nvSpPr>
        <p:spPr/>
        <p:txBody>
          <a:bodyPr/>
          <a:lstStyle/>
          <a:p>
            <a:r>
              <a:rPr lang="en-US" altLang="ja-JP" dirty="0">
                <a:latin typeface="Arial" charset="0"/>
                <a:ea typeface="ＭＳ Ｐゴシック" charset="0"/>
              </a:rPr>
              <a:t>C</a:t>
            </a:r>
            <a:r>
              <a:rPr lang="ja-JP" altLang="en-US" dirty="0">
                <a:latin typeface="Arial" charset="0"/>
                <a:ea typeface="ＭＳ Ｐゴシック" charset="0"/>
              </a:rPr>
              <a:t>言語の変数宣言について</a:t>
            </a:r>
          </a:p>
        </p:txBody>
      </p:sp>
      <p:sp>
        <p:nvSpPr>
          <p:cNvPr id="19458" name="コンテンツ プレースホルダ 2"/>
          <p:cNvSpPr>
            <a:spLocks noGrp="1"/>
          </p:cNvSpPr>
          <p:nvPr>
            <p:ph idx="1"/>
          </p:nvPr>
        </p:nvSpPr>
        <p:spPr>
          <a:xfrm>
            <a:off x="250824" y="1981200"/>
            <a:ext cx="8893176" cy="4114800"/>
          </a:xfrm>
        </p:spPr>
        <p:txBody>
          <a:bodyPr/>
          <a:lstStyle/>
          <a:p>
            <a:pPr>
              <a:buFontTx/>
              <a:buNone/>
            </a:pPr>
            <a:r>
              <a:rPr lang="en-US" altLang="ja-JP" dirty="0">
                <a:latin typeface="Arial" charset="0"/>
                <a:ea typeface="ＭＳ Ｐゴシック" charset="0"/>
              </a:rPr>
              <a:t> </a:t>
            </a:r>
            <a:r>
              <a:rPr lang="ja-JP" altLang="en-US" dirty="0">
                <a:latin typeface="Arial" charset="0"/>
                <a:ea typeface="ＭＳ Ｐゴシック" charset="0"/>
              </a:rPr>
              <a:t>（例）</a:t>
            </a:r>
            <a:r>
              <a:rPr lang="en-US" altLang="ja-JP" dirty="0">
                <a:latin typeface="Arial" charset="0"/>
                <a:ea typeface="ＭＳ Ｐゴシック" charset="0"/>
              </a:rPr>
              <a:t> </a:t>
            </a:r>
            <a:r>
              <a:rPr lang="en-US" altLang="ja-JP" dirty="0" err="1">
                <a:latin typeface="Arial" charset="0"/>
                <a:ea typeface="ＭＳ Ｐゴシック" charset="0"/>
              </a:rPr>
              <a:t>int</a:t>
            </a:r>
            <a:r>
              <a:rPr lang="en-US" altLang="ja-JP" dirty="0">
                <a:latin typeface="Arial" charset="0"/>
                <a:ea typeface="ＭＳ Ｐゴシック" charset="0"/>
              </a:rPr>
              <a:t> (*a) [13];</a:t>
            </a:r>
          </a:p>
          <a:p>
            <a:pPr marL="0">
              <a:buFontTx/>
              <a:buNone/>
            </a:pPr>
            <a:r>
              <a:rPr lang="ja-JP" altLang="en-US" dirty="0">
                <a:latin typeface="Arial" charset="0"/>
                <a:ea typeface="ＭＳ Ｐゴシック" charset="0"/>
              </a:rPr>
              <a:t>この宣言では、変数</a:t>
            </a:r>
            <a:r>
              <a:rPr lang="en-US" altLang="ja-JP" dirty="0">
                <a:latin typeface="Arial" charset="0"/>
                <a:ea typeface="ＭＳ Ｐゴシック" charset="0"/>
              </a:rPr>
              <a:t>a</a:t>
            </a:r>
            <a:r>
              <a:rPr lang="ja-JP" altLang="en-US" dirty="0">
                <a:latin typeface="Arial" charset="0"/>
                <a:ea typeface="ＭＳ Ｐゴシック" charset="0"/>
              </a:rPr>
              <a:t>は</a:t>
            </a:r>
            <a:r>
              <a:rPr lang="en-US" altLang="ja-JP" dirty="0" err="1">
                <a:latin typeface="Arial" charset="0"/>
                <a:ea typeface="ＭＳ Ｐゴシック" charset="0"/>
              </a:rPr>
              <a:t>int</a:t>
            </a:r>
            <a:r>
              <a:rPr lang="ja-JP" altLang="en-US" dirty="0">
                <a:latin typeface="Arial" charset="0"/>
                <a:ea typeface="ＭＳ Ｐゴシック" charset="0"/>
              </a:rPr>
              <a:t>型の配列（要素数</a:t>
            </a:r>
            <a:r>
              <a:rPr lang="en-US" altLang="ja-JP" dirty="0">
                <a:latin typeface="Arial" charset="0"/>
                <a:ea typeface="ＭＳ Ｐゴシック" charset="0"/>
              </a:rPr>
              <a:t>13</a:t>
            </a:r>
            <a:r>
              <a:rPr lang="ja-JP" altLang="en-US" dirty="0">
                <a:latin typeface="Arial" charset="0"/>
                <a:ea typeface="ＭＳ Ｐゴシック" charset="0"/>
              </a:rPr>
              <a:t>）へのポインタ型であることを示す。</a:t>
            </a:r>
            <a:endParaRPr lang="en-US" altLang="ja-JP" dirty="0">
              <a:latin typeface="Arial" charset="0"/>
              <a:ea typeface="ＭＳ Ｐゴシック" charset="0"/>
            </a:endParaRPr>
          </a:p>
          <a:p>
            <a:pPr>
              <a:buFontTx/>
              <a:buNone/>
            </a:pPr>
            <a:r>
              <a:rPr lang="ja-JP" altLang="en-US" dirty="0">
                <a:latin typeface="Arial" charset="0"/>
                <a:ea typeface="ＭＳ Ｐゴシック" charset="0"/>
              </a:rPr>
              <a:t>式 </a:t>
            </a:r>
            <a:r>
              <a:rPr lang="en-US" altLang="ja-JP" dirty="0">
                <a:latin typeface="Arial" charset="0"/>
                <a:ea typeface="ＭＳ Ｐゴシック" charset="0"/>
              </a:rPr>
              <a:t>(*a) [ j ] (0 </a:t>
            </a:r>
            <a:r>
              <a:rPr lang="en-US" altLang="ja-JP" dirty="0">
                <a:latin typeface="Arial" charset="0"/>
                <a:ea typeface="ＭＳ Ｐゴシック" charset="0"/>
                <a:sym typeface="Symbol" charset="0"/>
              </a:rPr>
              <a:t> </a:t>
            </a:r>
            <a:r>
              <a:rPr lang="en-US" altLang="ja-JP" dirty="0">
                <a:latin typeface="Arial" charset="0"/>
                <a:ea typeface="ＭＳ Ｐゴシック" charset="0"/>
              </a:rPr>
              <a:t>j &lt; 13) </a:t>
            </a:r>
            <a:r>
              <a:rPr lang="ja-JP" altLang="en-US" dirty="0">
                <a:latin typeface="Arial" charset="0"/>
                <a:ea typeface="ＭＳ Ｐゴシック" charset="0"/>
              </a:rPr>
              <a:t>の型は</a:t>
            </a:r>
            <a:r>
              <a:rPr lang="en-US" altLang="ja-JP" dirty="0" err="1">
                <a:latin typeface="Arial" charset="0"/>
                <a:ea typeface="ＭＳ Ｐゴシック" charset="0"/>
              </a:rPr>
              <a:t>int</a:t>
            </a:r>
            <a:r>
              <a:rPr lang="ja-JP" altLang="en-US" dirty="0">
                <a:latin typeface="Arial" charset="0"/>
                <a:ea typeface="ＭＳ Ｐゴシック" charset="0"/>
              </a:rPr>
              <a:t>型になる。</a:t>
            </a:r>
            <a:endParaRPr lang="en-US" altLang="ja-JP" dirty="0">
              <a:latin typeface="Arial" charset="0"/>
              <a:ea typeface="ＭＳ Ｐゴシック" charset="0"/>
            </a:endParaRPr>
          </a:p>
          <a:p>
            <a:pPr>
              <a:buFontTx/>
              <a:buNone/>
            </a:pPr>
            <a:r>
              <a:rPr lang="ja-JP" altLang="en-US" dirty="0">
                <a:latin typeface="Arial" charset="0"/>
                <a:ea typeface="ＭＳ Ｐゴシック" charset="0"/>
              </a:rPr>
              <a:t>例えば、式</a:t>
            </a:r>
            <a:r>
              <a:rPr lang="en-US" altLang="ja-JP" dirty="0">
                <a:latin typeface="Arial" charset="0"/>
                <a:ea typeface="ＭＳ Ｐゴシック" charset="0"/>
              </a:rPr>
              <a:t>(* a) [0] </a:t>
            </a:r>
            <a:r>
              <a:rPr lang="ja-JP" altLang="en-US" dirty="0">
                <a:latin typeface="Arial" charset="0"/>
                <a:ea typeface="ＭＳ Ｐゴシック" charset="0"/>
              </a:rPr>
              <a:t>は</a:t>
            </a:r>
            <a:r>
              <a:rPr lang="en-US" altLang="ja-JP" dirty="0" err="1">
                <a:latin typeface="Arial" charset="0"/>
                <a:ea typeface="ＭＳ Ｐゴシック" charset="0"/>
              </a:rPr>
              <a:t>int</a:t>
            </a:r>
            <a:r>
              <a:rPr lang="ja-JP" altLang="en-US" dirty="0">
                <a:latin typeface="Arial" charset="0"/>
                <a:ea typeface="ＭＳ Ｐゴシック" charset="0"/>
              </a:rPr>
              <a:t>型である。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タイトル 1"/>
          <p:cNvSpPr>
            <a:spLocks noGrp="1"/>
          </p:cNvSpPr>
          <p:nvPr>
            <p:ph type="title"/>
          </p:nvPr>
        </p:nvSpPr>
        <p:spPr>
          <a:xfrm>
            <a:off x="642938" y="125760"/>
            <a:ext cx="7772400" cy="1143000"/>
          </a:xfrm>
        </p:spPr>
        <p:txBody>
          <a:bodyPr/>
          <a:lstStyle/>
          <a:p>
            <a:r>
              <a:rPr lang="en-US" altLang="ja-JP" dirty="0">
                <a:latin typeface="Arial" charset="0"/>
                <a:ea typeface="ＭＳ Ｐゴシック" charset="0"/>
              </a:rPr>
              <a:t>C</a:t>
            </a:r>
            <a:r>
              <a:rPr lang="ja-JP" altLang="en-US" dirty="0">
                <a:latin typeface="Arial" charset="0"/>
                <a:ea typeface="ＭＳ Ｐゴシック" charset="0"/>
              </a:rPr>
              <a:t>言語の変数宣言について</a:t>
            </a:r>
          </a:p>
        </p:txBody>
      </p:sp>
      <p:sp>
        <p:nvSpPr>
          <p:cNvPr id="20482" name="コンテンツ プレースホルダ 2"/>
          <p:cNvSpPr>
            <a:spLocks noGrp="1"/>
          </p:cNvSpPr>
          <p:nvPr>
            <p:ph idx="1"/>
          </p:nvPr>
        </p:nvSpPr>
        <p:spPr>
          <a:xfrm>
            <a:off x="395536" y="1052736"/>
            <a:ext cx="8496944" cy="5544616"/>
          </a:xfrm>
        </p:spPr>
        <p:txBody>
          <a:bodyPr/>
          <a:lstStyle/>
          <a:p>
            <a:pPr marL="0" indent="0">
              <a:buFontTx/>
              <a:buNone/>
            </a:pPr>
            <a:r>
              <a:rPr lang="ja-JP" altLang="en-US" sz="2800" dirty="0">
                <a:latin typeface="Arial" charset="0"/>
                <a:ea typeface="ＭＳ Ｐゴシック" charset="0"/>
              </a:rPr>
              <a:t>（例）</a:t>
            </a:r>
            <a:r>
              <a:rPr lang="en-US" altLang="ja-JP" sz="2800" dirty="0">
                <a:latin typeface="Arial" charset="0"/>
                <a:ea typeface="ＭＳ Ｐゴシック" charset="0"/>
              </a:rPr>
              <a:t> </a:t>
            </a:r>
            <a:r>
              <a:rPr lang="en-US" altLang="ja-JP" sz="2800" dirty="0" err="1">
                <a:latin typeface="Arial" charset="0"/>
                <a:ea typeface="ＭＳ Ｐゴシック" charset="0"/>
              </a:rPr>
              <a:t>int</a:t>
            </a:r>
            <a:r>
              <a:rPr lang="en-US" altLang="ja-JP" sz="2800" dirty="0">
                <a:latin typeface="Arial" charset="0"/>
                <a:ea typeface="ＭＳ Ｐゴシック" charset="0"/>
              </a:rPr>
              <a:t> (*a) [13];</a:t>
            </a:r>
          </a:p>
          <a:p>
            <a:pPr marL="0" indent="0">
              <a:buFontTx/>
              <a:buNone/>
            </a:pPr>
            <a:r>
              <a:rPr lang="en-US" altLang="ja-JP" sz="2800" dirty="0">
                <a:latin typeface="Arial" charset="0"/>
                <a:ea typeface="ＭＳ Ｐゴシック" charset="0"/>
              </a:rPr>
              <a:t>        </a:t>
            </a:r>
            <a:r>
              <a:rPr lang="en-US" altLang="ja-JP" sz="2800" dirty="0" err="1">
                <a:latin typeface="Arial" charset="0"/>
                <a:ea typeface="ＭＳ Ｐゴシック" charset="0"/>
              </a:rPr>
              <a:t>int</a:t>
            </a:r>
            <a:r>
              <a:rPr lang="en-US" altLang="ja-JP" sz="2800" dirty="0">
                <a:latin typeface="Arial" charset="0"/>
                <a:ea typeface="ＭＳ Ｐゴシック" charset="0"/>
              </a:rPr>
              <a:t> b [2] [13];</a:t>
            </a:r>
          </a:p>
          <a:p>
            <a:pPr marL="0" indent="0">
              <a:buFontTx/>
              <a:buNone/>
            </a:pPr>
            <a:r>
              <a:rPr lang="ja-JP" altLang="en-US" sz="2800" dirty="0">
                <a:latin typeface="Arial" charset="0"/>
                <a:ea typeface="ＭＳ Ｐゴシック" charset="0"/>
              </a:rPr>
              <a:t>と宣言されているとき、</a:t>
            </a:r>
            <a:endParaRPr lang="en-US" altLang="ja-JP" sz="2800" dirty="0">
              <a:latin typeface="Arial" charset="0"/>
              <a:ea typeface="ＭＳ Ｐゴシック" charset="0"/>
            </a:endParaRPr>
          </a:p>
          <a:p>
            <a:pPr marL="0" indent="0">
              <a:buFontTx/>
              <a:buNone/>
            </a:pPr>
            <a:r>
              <a:rPr lang="en-US" altLang="ja-JP" sz="2800" dirty="0">
                <a:latin typeface="Arial" charset="0"/>
                <a:ea typeface="ＭＳ Ｐゴシック" charset="0"/>
              </a:rPr>
              <a:t>    a = b</a:t>
            </a:r>
          </a:p>
          <a:p>
            <a:pPr marL="0" indent="0">
              <a:buFontTx/>
              <a:buNone/>
            </a:pPr>
            <a:r>
              <a:rPr lang="ja-JP" altLang="en-US" sz="2800" dirty="0">
                <a:latin typeface="Arial" charset="0"/>
                <a:ea typeface="ＭＳ Ｐゴシック" charset="0"/>
              </a:rPr>
              <a:t>は型について整合性のある代入式である。このような型の整合性のチェックの仕組みの基礎を学習する。</a:t>
            </a:r>
            <a:endParaRPr lang="en-US" altLang="ja-JP" sz="2800" dirty="0">
              <a:latin typeface="Arial" charset="0"/>
              <a:ea typeface="ＭＳ Ｐゴシック" charset="0"/>
            </a:endParaRPr>
          </a:p>
          <a:p>
            <a:pPr marL="0" indent="0">
              <a:buFontTx/>
              <a:buNone/>
            </a:pPr>
            <a:r>
              <a:rPr lang="ja-JP" altLang="en-US" sz="2800" dirty="0">
                <a:latin typeface="Arial" charset="0"/>
                <a:ea typeface="ＭＳ Ｐゴシック" charset="0"/>
              </a:rPr>
              <a:t>（参考）この代入式の実行後に等式</a:t>
            </a:r>
            <a:endParaRPr lang="en-US" altLang="ja-JP" sz="2800" dirty="0">
              <a:latin typeface="Arial" charset="0"/>
              <a:ea typeface="ＭＳ Ｐゴシック" charset="0"/>
            </a:endParaRPr>
          </a:p>
          <a:p>
            <a:pPr marL="0" indent="0">
              <a:buFontTx/>
              <a:buNone/>
            </a:pPr>
            <a:r>
              <a:rPr lang="en-US" altLang="ja-JP" sz="2800" dirty="0">
                <a:latin typeface="Arial" charset="0"/>
                <a:ea typeface="ＭＳ Ｐゴシック" charset="0"/>
              </a:rPr>
              <a:t>    (*a) [ j ] = b[0][ j ] (0 </a:t>
            </a:r>
            <a:r>
              <a:rPr lang="en-US" altLang="ja-JP" sz="2800" dirty="0">
                <a:latin typeface="Arial" charset="0"/>
                <a:ea typeface="ＭＳ Ｐゴシック" charset="0"/>
                <a:sym typeface="Symbol" charset="0"/>
              </a:rPr>
              <a:t>  </a:t>
            </a:r>
            <a:r>
              <a:rPr lang="en-US" altLang="ja-JP" sz="2800" dirty="0">
                <a:latin typeface="Arial" charset="0"/>
                <a:ea typeface="ＭＳ Ｐゴシック" charset="0"/>
              </a:rPr>
              <a:t>j &lt; 13) </a:t>
            </a:r>
          </a:p>
          <a:p>
            <a:pPr marL="0" indent="0">
              <a:buFontTx/>
              <a:buNone/>
            </a:pPr>
            <a:r>
              <a:rPr lang="ja-JP" altLang="en-US" sz="2800" dirty="0">
                <a:latin typeface="Arial" charset="0"/>
                <a:ea typeface="ＭＳ Ｐゴシック" charset="0"/>
              </a:rPr>
              <a:t>が成立する。これは、</a:t>
            </a:r>
            <a:r>
              <a:rPr lang="en-US" altLang="ja-JP" sz="2800" dirty="0">
                <a:latin typeface="Arial" charset="0"/>
                <a:ea typeface="ＭＳ Ｐゴシック" charset="0"/>
              </a:rPr>
              <a:t>*a = *b = *(&amp;b[0]) = b[0] </a:t>
            </a:r>
            <a:r>
              <a:rPr lang="ja-JP" altLang="en-US" sz="2800" dirty="0">
                <a:latin typeface="Arial" charset="0"/>
                <a:ea typeface="ＭＳ Ｐゴシック" charset="0"/>
              </a:rPr>
              <a:t>に</a:t>
            </a:r>
            <a:r>
              <a:rPr lang="en-US" altLang="ja-JP" sz="2800" dirty="0">
                <a:latin typeface="Arial" charset="0"/>
                <a:ea typeface="ＭＳ Ｐゴシック" charset="0"/>
              </a:rPr>
              <a:t>[ j ] </a:t>
            </a:r>
            <a:r>
              <a:rPr lang="ja-JP" altLang="en-US" sz="2800" dirty="0">
                <a:latin typeface="Arial" charset="0"/>
                <a:ea typeface="ＭＳ Ｐゴシック" charset="0"/>
              </a:rPr>
              <a:t>をつければ得られる（等式</a:t>
            </a:r>
            <a:r>
              <a:rPr lang="en-US" altLang="ja-JP" sz="2800" dirty="0">
                <a:latin typeface="Arial" charset="0"/>
                <a:ea typeface="ＭＳ Ｐゴシック" charset="0"/>
              </a:rPr>
              <a:t>a=b</a:t>
            </a:r>
            <a:r>
              <a:rPr lang="ja-JP" altLang="en-US" sz="2800" dirty="0">
                <a:latin typeface="Arial" charset="0"/>
                <a:ea typeface="ＭＳ Ｐゴシック" charset="0"/>
              </a:rPr>
              <a:t>の両辺に</a:t>
            </a:r>
            <a:r>
              <a:rPr lang="en-US" altLang="ja-JP" sz="2800" dirty="0">
                <a:latin typeface="Arial" charset="0"/>
                <a:ea typeface="ＭＳ Ｐゴシック" charset="0"/>
              </a:rPr>
              <a:t>*</a:t>
            </a:r>
            <a:r>
              <a:rPr lang="ja-JP" altLang="en-US" sz="2800" dirty="0">
                <a:latin typeface="Arial" charset="0"/>
                <a:ea typeface="ＭＳ Ｐゴシック" charset="0"/>
              </a:rPr>
              <a:t>をつけて得られる）。</a:t>
            </a:r>
            <a:r>
              <a:rPr lang="en-US" altLang="ja-JP" sz="2800" dirty="0">
                <a:latin typeface="Arial" charset="0"/>
                <a:ea typeface="ＭＳ Ｐゴシック" charset="0"/>
              </a:rPr>
              <a:t>b</a:t>
            </a:r>
            <a:r>
              <a:rPr lang="ja-JP" altLang="en-US" sz="2800" dirty="0">
                <a:latin typeface="Arial" charset="0"/>
                <a:ea typeface="ＭＳ Ｐゴシック" charset="0"/>
              </a:rPr>
              <a:t>はコンパイル時に</a:t>
            </a:r>
            <a:r>
              <a:rPr lang="en-US" altLang="ja-JP" sz="2800" dirty="0">
                <a:latin typeface="Arial" charset="0"/>
                <a:ea typeface="ＭＳ Ｐゴシック" charset="0"/>
              </a:rPr>
              <a:t>&amp;b[0]</a:t>
            </a:r>
            <a:r>
              <a:rPr lang="ja-JP" altLang="en-US" sz="2800" dirty="0">
                <a:latin typeface="Arial" charset="0"/>
                <a:ea typeface="ＭＳ Ｐゴシック" charset="0"/>
              </a:rPr>
              <a:t>に置き換えられる。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タイトル 1"/>
          <p:cNvSpPr>
            <a:spLocks noGrp="1"/>
          </p:cNvSpPr>
          <p:nvPr>
            <p:ph type="title"/>
          </p:nvPr>
        </p:nvSpPr>
        <p:spPr>
          <a:xfrm>
            <a:off x="714375" y="197768"/>
            <a:ext cx="7772400" cy="1143000"/>
          </a:xfrm>
        </p:spPr>
        <p:txBody>
          <a:bodyPr/>
          <a:lstStyle/>
          <a:p>
            <a:r>
              <a:rPr lang="en-US" altLang="ja-JP" dirty="0">
                <a:latin typeface="Arial" charset="0"/>
                <a:ea typeface="ＭＳ Ｐゴシック" charset="0"/>
              </a:rPr>
              <a:t>C</a:t>
            </a:r>
            <a:r>
              <a:rPr lang="ja-JP" altLang="en-US" dirty="0">
                <a:latin typeface="Arial" charset="0"/>
                <a:ea typeface="ＭＳ Ｐゴシック" charset="0"/>
              </a:rPr>
              <a:t>言語の変数宣言について</a:t>
            </a:r>
          </a:p>
        </p:txBody>
      </p:sp>
      <p:sp>
        <p:nvSpPr>
          <p:cNvPr id="22530" name="コンテンツ プレースホルダ 2"/>
          <p:cNvSpPr>
            <a:spLocks noGrp="1"/>
          </p:cNvSpPr>
          <p:nvPr>
            <p:ph idx="1"/>
          </p:nvPr>
        </p:nvSpPr>
        <p:spPr>
          <a:xfrm>
            <a:off x="395536" y="1312118"/>
            <a:ext cx="8424936" cy="5429250"/>
          </a:xfrm>
        </p:spPr>
        <p:txBody>
          <a:bodyPr/>
          <a:lstStyle/>
          <a:p>
            <a:pPr marL="0" indent="0">
              <a:buFontTx/>
              <a:buNone/>
            </a:pPr>
            <a:r>
              <a:rPr lang="en-US" altLang="ja-JP" sz="2800" dirty="0">
                <a:latin typeface="Arial" charset="0"/>
                <a:ea typeface="ＭＳ Ｐゴシック" charset="0"/>
              </a:rPr>
              <a:t>    char ( * ( * x ( ) ) [3] ) ( )</a:t>
            </a:r>
            <a:r>
              <a:rPr lang="ja-JP" altLang="en-US" sz="2800" dirty="0">
                <a:latin typeface="Arial" charset="0"/>
                <a:ea typeface="ＭＳ Ｐゴシック" charset="0"/>
              </a:rPr>
              <a:t> </a:t>
            </a:r>
            <a:r>
              <a:rPr lang="en-US" altLang="ja-JP" sz="2800" dirty="0">
                <a:latin typeface="Arial" charset="0"/>
                <a:ea typeface="ＭＳ Ｐゴシック" charset="0"/>
              </a:rPr>
              <a:t>;  </a:t>
            </a:r>
          </a:p>
          <a:p>
            <a:pPr marL="0" indent="0">
              <a:buFontTx/>
              <a:buNone/>
            </a:pPr>
            <a:r>
              <a:rPr lang="ja-JP" altLang="en-US" sz="2800" dirty="0">
                <a:latin typeface="Arial" charset="0"/>
                <a:ea typeface="ＭＳ Ｐゴシック" charset="0"/>
              </a:rPr>
              <a:t>の変数宣言の意味は？</a:t>
            </a:r>
            <a:endParaRPr lang="en-US" altLang="ja-JP" sz="2800" dirty="0">
              <a:latin typeface="Arial" charset="0"/>
              <a:ea typeface="ＭＳ Ｐゴシック" charset="0"/>
            </a:endParaRPr>
          </a:p>
          <a:p>
            <a:pPr marL="0" indent="0">
              <a:buFontTx/>
              <a:buNone/>
            </a:pPr>
            <a:r>
              <a:rPr lang="ja-JP" altLang="en-US" sz="2800" dirty="0">
                <a:latin typeface="Arial" charset="0"/>
                <a:ea typeface="ＭＳ Ｐゴシック" charset="0"/>
              </a:rPr>
              <a:t>内側から順番に優先順位（次ページ記載）にしたがって読んでいき、最後に</a:t>
            </a:r>
            <a:r>
              <a:rPr lang="en-US" altLang="ja-JP" sz="2800" dirty="0">
                <a:latin typeface="Arial" charset="0"/>
                <a:ea typeface="ＭＳ Ｐゴシック" charset="0"/>
              </a:rPr>
              <a:t>char</a:t>
            </a:r>
            <a:r>
              <a:rPr lang="ja-JP" altLang="en-US" sz="2800" dirty="0">
                <a:latin typeface="Arial" charset="0"/>
                <a:ea typeface="ＭＳ Ｐゴシック" charset="0"/>
              </a:rPr>
              <a:t>を読む。すると</a:t>
            </a:r>
            <a:endParaRPr lang="en-US" altLang="ja-JP" sz="2800" dirty="0">
              <a:latin typeface="Arial" charset="0"/>
              <a:ea typeface="ＭＳ Ｐゴシック" charset="0"/>
            </a:endParaRPr>
          </a:p>
          <a:p>
            <a:pPr marL="0" indent="0">
              <a:buFontTx/>
              <a:buNone/>
            </a:pPr>
            <a:r>
              <a:rPr lang="en-US" altLang="ja-JP" sz="2800" dirty="0">
                <a:latin typeface="Arial" charset="0"/>
                <a:ea typeface="ＭＳ Ｐゴシック" charset="0"/>
              </a:rPr>
              <a:t>    ( )  *  [3]  *  ( )  char</a:t>
            </a:r>
          </a:p>
          <a:p>
            <a:pPr marL="0" indent="0">
              <a:buFontTx/>
              <a:buNone/>
            </a:pPr>
            <a:r>
              <a:rPr lang="ja-JP" altLang="en-US" sz="2800" dirty="0">
                <a:latin typeface="Arial" charset="0"/>
                <a:ea typeface="ＭＳ Ｐゴシック" charset="0"/>
              </a:rPr>
              <a:t>となる。これを逆順にすると</a:t>
            </a:r>
            <a:endParaRPr lang="en-US" altLang="ja-JP" sz="2800" dirty="0">
              <a:latin typeface="Arial" charset="0"/>
              <a:ea typeface="ＭＳ Ｐゴシック" charset="0"/>
            </a:endParaRPr>
          </a:p>
          <a:p>
            <a:pPr marL="0" indent="0">
              <a:buNone/>
            </a:pPr>
            <a:r>
              <a:rPr lang="en-US" altLang="ja-JP" sz="2800" dirty="0">
                <a:latin typeface="Arial" charset="0"/>
                <a:ea typeface="ＭＳ Ｐゴシック" charset="0"/>
              </a:rPr>
              <a:t>    char  ( )  *  [3]  *  ( )</a:t>
            </a:r>
          </a:p>
          <a:p>
            <a:pPr marL="0" indent="0">
              <a:buNone/>
            </a:pPr>
            <a:r>
              <a:rPr lang="ja-JP" altLang="en-US" sz="2800" dirty="0">
                <a:latin typeface="Arial" charset="0"/>
                <a:ea typeface="ＭＳ Ｐゴシック" charset="0"/>
              </a:rPr>
              <a:t>となる。これを型の後置記法と呼ぶことにする（一般に通用する用語ではない）。これを</a:t>
            </a:r>
            <a:r>
              <a:rPr lang="en-US" altLang="ja-JP" sz="2800" dirty="0">
                <a:latin typeface="Arial" charset="0"/>
                <a:ea typeface="ＭＳ Ｐゴシック" charset="0"/>
              </a:rPr>
              <a:t>x : </a:t>
            </a:r>
            <a:r>
              <a:rPr lang="ja-JP" altLang="en-US" sz="2800" dirty="0">
                <a:latin typeface="Arial" charset="0"/>
                <a:ea typeface="ＭＳ Ｐゴシック" charset="0"/>
              </a:rPr>
              <a:t>の後に書いた</a:t>
            </a:r>
            <a:endParaRPr lang="en-US" altLang="ja-JP" sz="2800" dirty="0">
              <a:latin typeface="Arial" charset="0"/>
              <a:ea typeface="ＭＳ Ｐゴシック" charset="0"/>
            </a:endParaRPr>
          </a:p>
          <a:p>
            <a:pPr marL="0" indent="0">
              <a:buFontTx/>
              <a:buNone/>
            </a:pPr>
            <a:r>
              <a:rPr lang="en-US" altLang="ja-JP" sz="2800" dirty="0">
                <a:latin typeface="Arial" charset="0"/>
                <a:ea typeface="ＭＳ Ｐゴシック" charset="0"/>
              </a:rPr>
              <a:t>   x : char  ( )  *  [3]  *  ( )</a:t>
            </a:r>
          </a:p>
          <a:p>
            <a:pPr marL="0" indent="0">
              <a:buFontTx/>
              <a:buNone/>
            </a:pPr>
            <a:r>
              <a:rPr lang="ja-JP" altLang="en-US" sz="2800" dirty="0">
                <a:latin typeface="Arial" charset="0"/>
                <a:ea typeface="ＭＳ Ｐゴシック" charset="0"/>
              </a:rPr>
              <a:t>を型の後置記法による宣言と呼ぶことにする。</a:t>
            </a:r>
            <a:endParaRPr lang="en-US" altLang="ja-JP" sz="2800" dirty="0">
              <a:latin typeface="Arial" charset="0"/>
              <a:ea typeface="ＭＳ Ｐゴシック"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タイトル 1"/>
          <p:cNvSpPr>
            <a:spLocks noGrp="1"/>
          </p:cNvSpPr>
          <p:nvPr>
            <p:ph type="title"/>
          </p:nvPr>
        </p:nvSpPr>
        <p:spPr>
          <a:xfrm>
            <a:off x="714375" y="260350"/>
            <a:ext cx="7772400" cy="1143000"/>
          </a:xfrm>
        </p:spPr>
        <p:txBody>
          <a:bodyPr/>
          <a:lstStyle/>
          <a:p>
            <a:r>
              <a:rPr lang="ja-JP" altLang="en-US">
                <a:latin typeface="Arial" charset="0"/>
                <a:ea typeface="ＭＳ Ｐゴシック" charset="0"/>
              </a:rPr>
              <a:t>優先順位</a:t>
            </a:r>
          </a:p>
        </p:txBody>
      </p:sp>
      <p:sp>
        <p:nvSpPr>
          <p:cNvPr id="23555" name="正方形/長方形 1"/>
          <p:cNvSpPr>
            <a:spLocks noChangeArrowheads="1"/>
          </p:cNvSpPr>
          <p:nvPr/>
        </p:nvSpPr>
        <p:spPr bwMode="auto">
          <a:xfrm>
            <a:off x="611560" y="1556792"/>
            <a:ext cx="7848600" cy="48320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ja-JP" altLang="en-US" sz="2800" b="0" dirty="0"/>
              <a:t>優先順位は、高い順に</a:t>
            </a:r>
            <a:r>
              <a:rPr lang="en-US" altLang="ja-JP" sz="2800" b="0" dirty="0"/>
              <a:t>( ), [ ], * </a:t>
            </a:r>
            <a:r>
              <a:rPr lang="ja-JP" altLang="en-US" sz="2800" b="0" dirty="0"/>
              <a:t>である。宣言されている変数</a:t>
            </a:r>
            <a:r>
              <a:rPr lang="en-US" altLang="ja-JP" sz="2800" b="0" dirty="0"/>
              <a:t>x</a:t>
            </a:r>
            <a:r>
              <a:rPr lang="ja-JP" altLang="en-US" sz="2800" b="0" dirty="0"/>
              <a:t>からこの優先順位に従って読んでいけばよいが、優先順位の括弧がついている場合は順番は</a:t>
            </a:r>
            <a:r>
              <a:rPr lang="ja-JP" altLang="en-US" sz="2800" b="0"/>
              <a:t>変わる。前ページ</a:t>
            </a:r>
            <a:r>
              <a:rPr lang="ja-JP" altLang="en-US" sz="2800" b="0" dirty="0"/>
              <a:t>の変数宣言の例</a:t>
            </a:r>
            <a:endParaRPr lang="en-US" altLang="ja-JP" sz="2800" b="0" dirty="0"/>
          </a:p>
          <a:p>
            <a:r>
              <a:rPr lang="da-DK" altLang="ja-JP" sz="2800" b="0" dirty="0"/>
              <a:t>    </a:t>
            </a:r>
            <a:r>
              <a:rPr lang="da-DK" altLang="ja-JP" sz="2800" b="0" dirty="0" err="1"/>
              <a:t>char</a:t>
            </a:r>
            <a:r>
              <a:rPr lang="da-DK" altLang="ja-JP" sz="2800" b="0" dirty="0"/>
              <a:t> ( * ( * x ( ) ) [3] ) ( ) ; </a:t>
            </a:r>
            <a:endParaRPr lang="en-US" altLang="ja-JP" sz="2800" b="0" dirty="0"/>
          </a:p>
          <a:p>
            <a:r>
              <a:rPr lang="ja-JP" altLang="en-US" sz="2800" b="0" dirty="0"/>
              <a:t>で優先順位の括弧は</a:t>
            </a:r>
            <a:endParaRPr lang="en-US" altLang="ja-JP" sz="2800" b="0" dirty="0"/>
          </a:p>
          <a:p>
            <a:r>
              <a:rPr lang="en-US" altLang="ja-JP" sz="2800" b="0" dirty="0"/>
              <a:t>    char </a:t>
            </a:r>
            <a:r>
              <a:rPr lang="en-US" altLang="ja-JP" sz="2800" dirty="0">
                <a:solidFill>
                  <a:srgbClr val="FF0000"/>
                </a:solidFill>
              </a:rPr>
              <a:t>(</a:t>
            </a:r>
            <a:r>
              <a:rPr lang="en-US" altLang="ja-JP" sz="2800" b="0" dirty="0"/>
              <a:t> * </a:t>
            </a:r>
            <a:r>
              <a:rPr lang="en-US" altLang="ja-JP" sz="2800" dirty="0">
                <a:solidFill>
                  <a:srgbClr val="FF0000"/>
                </a:solidFill>
              </a:rPr>
              <a:t>(</a:t>
            </a:r>
            <a:r>
              <a:rPr lang="en-US" altLang="ja-JP" sz="2800" b="0" dirty="0"/>
              <a:t> * x ( ) </a:t>
            </a:r>
            <a:r>
              <a:rPr lang="en-US" altLang="ja-JP" sz="2800" dirty="0">
                <a:solidFill>
                  <a:srgbClr val="FF0000"/>
                </a:solidFill>
              </a:rPr>
              <a:t>)</a:t>
            </a:r>
            <a:r>
              <a:rPr lang="en-US" altLang="ja-JP" sz="2800" b="0" dirty="0"/>
              <a:t> [3] </a:t>
            </a:r>
            <a:r>
              <a:rPr lang="en-US" altLang="ja-JP" sz="2800" dirty="0">
                <a:solidFill>
                  <a:srgbClr val="FF0000"/>
                </a:solidFill>
              </a:rPr>
              <a:t>)</a:t>
            </a:r>
            <a:r>
              <a:rPr lang="en-US" altLang="ja-JP" sz="2800" b="0" dirty="0"/>
              <a:t> ( )</a:t>
            </a:r>
            <a:r>
              <a:rPr lang="ja-JP" altLang="en-US" sz="2800" b="0" dirty="0"/>
              <a:t> </a:t>
            </a:r>
            <a:r>
              <a:rPr lang="en-US" altLang="ja-JP" sz="2800" b="0" dirty="0"/>
              <a:t>;</a:t>
            </a:r>
          </a:p>
          <a:p>
            <a:r>
              <a:rPr lang="ja-JP" altLang="en-US" sz="2800" b="0" dirty="0"/>
              <a:t>の太字の部分である。内側（宣言されている変数</a:t>
            </a:r>
            <a:r>
              <a:rPr lang="en-US" altLang="ja-JP" sz="2800" b="0" dirty="0"/>
              <a:t>x</a:t>
            </a:r>
            <a:r>
              <a:rPr lang="ja-JP" altLang="en-US" sz="2800" b="0" dirty="0"/>
              <a:t>）から順番に優先順位に従って読むと、</a:t>
            </a:r>
            <a:endParaRPr lang="en-US" altLang="ja-JP" sz="2800" b="0" dirty="0"/>
          </a:p>
          <a:p>
            <a:r>
              <a:rPr lang="en-US" altLang="ja-JP" sz="2800" b="0" dirty="0"/>
              <a:t>     ( )  *  [3]  *  ( )  char </a:t>
            </a:r>
          </a:p>
          <a:p>
            <a:r>
              <a:rPr lang="ja-JP" altLang="en-US" sz="2800" b="0" dirty="0"/>
              <a:t>となる。</a:t>
            </a:r>
            <a:endParaRPr lang="en-US" altLang="ja-JP" sz="2800" b="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タイトル 1"/>
          <p:cNvSpPr>
            <a:spLocks noGrp="1"/>
          </p:cNvSpPr>
          <p:nvPr>
            <p:ph type="title"/>
          </p:nvPr>
        </p:nvSpPr>
        <p:spPr/>
        <p:txBody>
          <a:bodyPr/>
          <a:lstStyle/>
          <a:p>
            <a:r>
              <a:rPr lang="ja-JP" altLang="en-US" dirty="0">
                <a:latin typeface="Arial" charset="0"/>
                <a:ea typeface="ＭＳ Ｐゴシック" charset="0"/>
              </a:rPr>
              <a:t>練習問題</a:t>
            </a:r>
            <a:r>
              <a:rPr lang="en-US" altLang="ja-JP" dirty="0">
                <a:latin typeface="Arial" charset="0"/>
                <a:ea typeface="ＭＳ Ｐゴシック" charset="0"/>
              </a:rPr>
              <a:t>1</a:t>
            </a:r>
            <a:endParaRPr lang="ja-JP" altLang="en-US" dirty="0">
              <a:latin typeface="Arial" charset="0"/>
              <a:ea typeface="ＭＳ Ｐゴシック" charset="0"/>
            </a:endParaRPr>
          </a:p>
        </p:txBody>
      </p:sp>
      <p:sp>
        <p:nvSpPr>
          <p:cNvPr id="24578" name="コンテンツ プレースホルダ 2"/>
          <p:cNvSpPr>
            <a:spLocks noGrp="1"/>
          </p:cNvSpPr>
          <p:nvPr>
            <p:ph idx="1"/>
          </p:nvPr>
        </p:nvSpPr>
        <p:spPr/>
        <p:txBody>
          <a:bodyPr/>
          <a:lstStyle/>
          <a:p>
            <a:pPr marL="0">
              <a:buFontTx/>
              <a:buNone/>
            </a:pPr>
            <a:r>
              <a:rPr lang="en-US" altLang="ja-JP" dirty="0">
                <a:latin typeface="Arial" charset="0"/>
                <a:ea typeface="ＭＳ Ｐゴシック" charset="0"/>
              </a:rPr>
              <a:t>C</a:t>
            </a:r>
            <a:r>
              <a:rPr lang="ja-JP" altLang="en-US" dirty="0">
                <a:latin typeface="Arial" charset="0"/>
                <a:ea typeface="ＭＳ Ｐゴシック" charset="0"/>
              </a:rPr>
              <a:t>言語の変数宣言</a:t>
            </a:r>
            <a:endParaRPr lang="en-US" altLang="ja-JP" dirty="0">
              <a:latin typeface="Arial" charset="0"/>
              <a:ea typeface="ＭＳ Ｐゴシック" charset="0"/>
            </a:endParaRPr>
          </a:p>
          <a:p>
            <a:pPr marL="0">
              <a:buFontTx/>
              <a:buNone/>
            </a:pPr>
            <a:r>
              <a:rPr lang="en-US" altLang="ja-JP" dirty="0">
                <a:latin typeface="Arial" charset="0"/>
                <a:ea typeface="ＭＳ Ｐゴシック" charset="0"/>
              </a:rPr>
              <a:t>    char ( * ( * y [3] ) ( ) ) [5]  ;</a:t>
            </a:r>
          </a:p>
          <a:p>
            <a:pPr marL="0">
              <a:buFontTx/>
              <a:buNone/>
            </a:pPr>
            <a:r>
              <a:rPr lang="ja-JP" altLang="en-US" dirty="0">
                <a:latin typeface="Arial" charset="0"/>
                <a:ea typeface="ＭＳ Ｐゴシック" charset="0"/>
              </a:rPr>
              <a:t>を型の後置記法による宣言に直せ。</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タイトル 1"/>
          <p:cNvSpPr>
            <a:spLocks noGrp="1"/>
          </p:cNvSpPr>
          <p:nvPr>
            <p:ph type="title"/>
          </p:nvPr>
        </p:nvSpPr>
        <p:spPr/>
        <p:txBody>
          <a:bodyPr/>
          <a:lstStyle/>
          <a:p>
            <a:r>
              <a:rPr lang="ja-JP" altLang="en-US" dirty="0">
                <a:latin typeface="Arial" charset="0"/>
                <a:ea typeface="ＭＳ Ｐゴシック" charset="0"/>
              </a:rPr>
              <a:t>練習問題</a:t>
            </a:r>
            <a:r>
              <a:rPr lang="en-US" altLang="ja-JP" dirty="0">
                <a:latin typeface="Arial" charset="0"/>
                <a:ea typeface="ＭＳ Ｐゴシック" charset="0"/>
              </a:rPr>
              <a:t>2</a:t>
            </a:r>
            <a:endParaRPr lang="ja-JP" altLang="en-US" dirty="0">
              <a:latin typeface="Arial" charset="0"/>
              <a:ea typeface="ＭＳ Ｐゴシック" charset="0"/>
            </a:endParaRPr>
          </a:p>
        </p:txBody>
      </p:sp>
      <p:sp>
        <p:nvSpPr>
          <p:cNvPr id="25602" name="コンテンツ プレースホルダ 2"/>
          <p:cNvSpPr>
            <a:spLocks noGrp="1"/>
          </p:cNvSpPr>
          <p:nvPr>
            <p:ph idx="1"/>
          </p:nvPr>
        </p:nvSpPr>
        <p:spPr/>
        <p:txBody>
          <a:bodyPr/>
          <a:lstStyle/>
          <a:p>
            <a:pPr>
              <a:buFontTx/>
              <a:buNone/>
            </a:pPr>
            <a:r>
              <a:rPr lang="en-US" altLang="ja-JP" dirty="0">
                <a:latin typeface="Arial" charset="0"/>
                <a:ea typeface="ＭＳ Ｐゴシック" charset="0"/>
              </a:rPr>
              <a:t>C</a:t>
            </a:r>
            <a:r>
              <a:rPr lang="ja-JP" altLang="en-US" dirty="0">
                <a:latin typeface="Arial" charset="0"/>
                <a:ea typeface="ＭＳ Ｐゴシック" charset="0"/>
              </a:rPr>
              <a:t>言語の変数宣言</a:t>
            </a:r>
            <a:endParaRPr lang="en-US" altLang="ja-JP" dirty="0">
              <a:latin typeface="Arial" charset="0"/>
              <a:ea typeface="ＭＳ Ｐゴシック" charset="0"/>
            </a:endParaRPr>
          </a:p>
          <a:p>
            <a:pPr>
              <a:buFontTx/>
              <a:buNone/>
            </a:pPr>
            <a:r>
              <a:rPr lang="en-US" altLang="ja-JP" dirty="0">
                <a:latin typeface="Arial" charset="0"/>
                <a:ea typeface="ＭＳ Ｐゴシック" charset="0"/>
              </a:rPr>
              <a:t>(1) </a:t>
            </a:r>
            <a:r>
              <a:rPr lang="en-US" altLang="ja-JP" dirty="0" err="1">
                <a:latin typeface="Arial" charset="0"/>
                <a:ea typeface="ＭＳ Ｐゴシック" charset="0"/>
              </a:rPr>
              <a:t>int</a:t>
            </a:r>
            <a:r>
              <a:rPr lang="en-US" altLang="ja-JP" dirty="0">
                <a:latin typeface="Arial" charset="0"/>
                <a:ea typeface="ＭＳ Ｐゴシック" charset="0"/>
              </a:rPr>
              <a:t>  * z;</a:t>
            </a:r>
          </a:p>
          <a:p>
            <a:pPr>
              <a:buFontTx/>
              <a:buNone/>
            </a:pPr>
            <a:r>
              <a:rPr lang="en-US" altLang="ja-JP" dirty="0">
                <a:latin typeface="Arial" charset="0"/>
                <a:ea typeface="ＭＳ Ｐゴシック" charset="0"/>
              </a:rPr>
              <a:t>(2) </a:t>
            </a:r>
            <a:r>
              <a:rPr lang="en-US" altLang="ja-JP" dirty="0" err="1">
                <a:latin typeface="Arial" charset="0"/>
                <a:ea typeface="ＭＳ Ｐゴシック" charset="0"/>
              </a:rPr>
              <a:t>int</a:t>
            </a:r>
            <a:r>
              <a:rPr lang="en-US" altLang="ja-JP" dirty="0">
                <a:latin typeface="Arial" charset="0"/>
                <a:ea typeface="ＭＳ Ｐゴシック" charset="0"/>
              </a:rPr>
              <a:t> c [13];</a:t>
            </a:r>
          </a:p>
          <a:p>
            <a:pPr>
              <a:buFontTx/>
              <a:buNone/>
            </a:pPr>
            <a:r>
              <a:rPr lang="ja-JP" altLang="en-US" dirty="0">
                <a:latin typeface="Arial" charset="0"/>
                <a:ea typeface="ＭＳ Ｐゴシック" charset="0"/>
              </a:rPr>
              <a:t>を型の後置記法による宣言に直せ。</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タイトル 1"/>
          <p:cNvSpPr>
            <a:spLocks noGrp="1"/>
          </p:cNvSpPr>
          <p:nvPr>
            <p:ph type="title"/>
          </p:nvPr>
        </p:nvSpPr>
        <p:spPr/>
        <p:txBody>
          <a:bodyPr/>
          <a:lstStyle/>
          <a:p>
            <a:r>
              <a:rPr lang="ja-JP" altLang="en-US" dirty="0">
                <a:latin typeface="Arial" charset="0"/>
                <a:ea typeface="ＭＳ Ｐゴシック" charset="0"/>
              </a:rPr>
              <a:t>練習問題</a:t>
            </a:r>
            <a:r>
              <a:rPr lang="en-US" altLang="ja-JP" dirty="0">
                <a:latin typeface="Arial" charset="0"/>
                <a:ea typeface="ＭＳ Ｐゴシック" charset="0"/>
              </a:rPr>
              <a:t>3</a:t>
            </a:r>
            <a:endParaRPr lang="ja-JP" altLang="en-US" dirty="0">
              <a:latin typeface="Arial" charset="0"/>
              <a:ea typeface="ＭＳ Ｐゴシック" charset="0"/>
            </a:endParaRPr>
          </a:p>
        </p:txBody>
      </p:sp>
      <p:sp>
        <p:nvSpPr>
          <p:cNvPr id="26626" name="コンテンツ プレースホルダ 2"/>
          <p:cNvSpPr>
            <a:spLocks noGrp="1"/>
          </p:cNvSpPr>
          <p:nvPr>
            <p:ph idx="1"/>
          </p:nvPr>
        </p:nvSpPr>
        <p:spPr/>
        <p:txBody>
          <a:bodyPr/>
          <a:lstStyle/>
          <a:p>
            <a:pPr>
              <a:buNone/>
            </a:pPr>
            <a:r>
              <a:rPr lang="en-US" altLang="ja-JP" dirty="0">
                <a:latin typeface="Arial" charset="0"/>
                <a:ea typeface="ＭＳ Ｐゴシック" charset="0"/>
              </a:rPr>
              <a:t>C</a:t>
            </a:r>
            <a:r>
              <a:rPr lang="ja-JP" altLang="en-US" dirty="0">
                <a:latin typeface="Arial" charset="0"/>
                <a:ea typeface="ＭＳ Ｐゴシック" charset="0"/>
              </a:rPr>
              <a:t>言語の変数宣言</a:t>
            </a:r>
            <a:endParaRPr lang="en-US" altLang="ja-JP" dirty="0">
              <a:latin typeface="Arial" charset="0"/>
              <a:ea typeface="ＭＳ Ｐゴシック" charset="0"/>
            </a:endParaRPr>
          </a:p>
          <a:p>
            <a:pPr>
              <a:buFontTx/>
              <a:buNone/>
            </a:pPr>
            <a:r>
              <a:rPr lang="en-US" altLang="ja-JP" dirty="0">
                <a:latin typeface="Arial" charset="0"/>
                <a:ea typeface="ＭＳ Ｐゴシック" charset="0"/>
              </a:rPr>
              <a:t>(1) </a:t>
            </a:r>
            <a:r>
              <a:rPr lang="en-US" altLang="ja-JP" dirty="0" err="1">
                <a:latin typeface="Arial" charset="0"/>
                <a:ea typeface="ＭＳ Ｐゴシック" charset="0"/>
              </a:rPr>
              <a:t>int</a:t>
            </a:r>
            <a:r>
              <a:rPr lang="en-US" altLang="ja-JP" dirty="0">
                <a:latin typeface="Arial" charset="0"/>
                <a:ea typeface="ＭＳ Ｐゴシック" charset="0"/>
              </a:rPr>
              <a:t>  (*a) [13];</a:t>
            </a:r>
          </a:p>
          <a:p>
            <a:pPr>
              <a:buFontTx/>
              <a:buNone/>
            </a:pPr>
            <a:r>
              <a:rPr lang="en-US" altLang="ja-JP" dirty="0">
                <a:latin typeface="Arial" charset="0"/>
                <a:ea typeface="ＭＳ Ｐゴシック" charset="0"/>
              </a:rPr>
              <a:t>(2) </a:t>
            </a:r>
            <a:r>
              <a:rPr lang="en-US" altLang="ja-JP" dirty="0" err="1">
                <a:latin typeface="Arial" charset="0"/>
                <a:ea typeface="ＭＳ Ｐゴシック" charset="0"/>
              </a:rPr>
              <a:t>int</a:t>
            </a:r>
            <a:r>
              <a:rPr lang="en-US" altLang="ja-JP" dirty="0">
                <a:latin typeface="Arial" charset="0"/>
                <a:ea typeface="ＭＳ Ｐゴシック" charset="0"/>
              </a:rPr>
              <a:t> b[2][13];</a:t>
            </a:r>
          </a:p>
          <a:p>
            <a:pPr>
              <a:buFontTx/>
              <a:buNone/>
            </a:pPr>
            <a:r>
              <a:rPr lang="ja-JP" altLang="en-US" dirty="0">
                <a:latin typeface="Arial" charset="0"/>
                <a:ea typeface="ＭＳ Ｐゴシック" charset="0"/>
              </a:rPr>
              <a:t>を型の後置記法による宣言に直せ。</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タイトル 1"/>
          <p:cNvSpPr>
            <a:spLocks noGrp="1"/>
          </p:cNvSpPr>
          <p:nvPr>
            <p:ph type="title"/>
          </p:nvPr>
        </p:nvSpPr>
        <p:spPr>
          <a:xfrm>
            <a:off x="642938" y="428625"/>
            <a:ext cx="7772400" cy="1143000"/>
          </a:xfrm>
        </p:spPr>
        <p:txBody>
          <a:bodyPr/>
          <a:lstStyle/>
          <a:p>
            <a:r>
              <a:rPr lang="ja-JP" altLang="en-US">
                <a:latin typeface="Arial" charset="0"/>
                <a:ea typeface="ＭＳ Ｐゴシック" charset="0"/>
              </a:rPr>
              <a:t>例</a:t>
            </a:r>
          </a:p>
        </p:txBody>
      </p:sp>
      <p:sp>
        <p:nvSpPr>
          <p:cNvPr id="27650" name="コンテンツ プレースホルダ 2"/>
          <p:cNvSpPr>
            <a:spLocks noGrp="1"/>
          </p:cNvSpPr>
          <p:nvPr>
            <p:ph idx="1"/>
          </p:nvPr>
        </p:nvSpPr>
        <p:spPr>
          <a:xfrm>
            <a:off x="642938" y="1500188"/>
            <a:ext cx="7772400" cy="5000625"/>
          </a:xfrm>
        </p:spPr>
        <p:txBody>
          <a:bodyPr/>
          <a:lstStyle/>
          <a:p>
            <a:pPr>
              <a:buFontTx/>
              <a:buNone/>
            </a:pPr>
            <a:r>
              <a:rPr lang="en-US" altLang="ja-JP" dirty="0">
                <a:latin typeface="Arial" charset="0"/>
                <a:ea typeface="ＭＳ Ｐゴシック" charset="0"/>
              </a:rPr>
              <a:t>char ( * ( * y [3] ) ( ) ) [5]  ;</a:t>
            </a:r>
          </a:p>
          <a:p>
            <a:pPr>
              <a:buFontTx/>
              <a:buNone/>
            </a:pPr>
            <a:r>
              <a:rPr lang="ja-JP" altLang="en-US" dirty="0">
                <a:latin typeface="Arial" charset="0"/>
                <a:ea typeface="ＭＳ Ｐゴシック" charset="0"/>
              </a:rPr>
              <a:t>の宣言のもとで、</a:t>
            </a:r>
            <a:endParaRPr lang="en-US" altLang="ja-JP" dirty="0">
              <a:latin typeface="Arial" charset="0"/>
              <a:ea typeface="ＭＳ Ｐゴシック" charset="0"/>
            </a:endParaRPr>
          </a:p>
          <a:p>
            <a:pPr>
              <a:buFontTx/>
              <a:buNone/>
            </a:pPr>
            <a:r>
              <a:rPr lang="en-US" altLang="ja-JP" dirty="0">
                <a:latin typeface="Arial" charset="0"/>
                <a:ea typeface="ＭＳ Ｐゴシック" charset="0"/>
              </a:rPr>
              <a:t> </a:t>
            </a:r>
            <a:r>
              <a:rPr lang="ja-JP" altLang="en-US" dirty="0">
                <a:latin typeface="Arial" charset="0"/>
                <a:ea typeface="ＭＳ Ｐゴシック" charset="0"/>
              </a:rPr>
              <a:t>式 </a:t>
            </a:r>
            <a:r>
              <a:rPr lang="en-US" altLang="ja-JP" dirty="0">
                <a:latin typeface="Arial" charset="0"/>
                <a:ea typeface="ＭＳ Ｐゴシック" charset="0"/>
              </a:rPr>
              <a:t>y [2] </a:t>
            </a:r>
            <a:r>
              <a:rPr lang="ja-JP" altLang="en-US" dirty="0">
                <a:latin typeface="Arial" charset="0"/>
                <a:ea typeface="ＭＳ Ｐゴシック" charset="0"/>
              </a:rPr>
              <a:t>はどういう型を持つか。</a:t>
            </a:r>
            <a:endParaRPr lang="en-US" altLang="ja-JP" dirty="0">
              <a:latin typeface="Arial" charset="0"/>
              <a:ea typeface="ＭＳ Ｐゴシック" charset="0"/>
            </a:endParaRPr>
          </a:p>
          <a:p>
            <a:pPr>
              <a:buFontTx/>
              <a:buNone/>
            </a:pPr>
            <a:endParaRPr lang="en-US" altLang="ja-JP" dirty="0">
              <a:latin typeface="Arial" charset="0"/>
              <a:ea typeface="ＭＳ Ｐゴシック" charset="0"/>
            </a:endParaRPr>
          </a:p>
          <a:p>
            <a:pPr>
              <a:buFontTx/>
              <a:buNone/>
            </a:pPr>
            <a:r>
              <a:rPr lang="en-US" altLang="ja-JP" dirty="0">
                <a:latin typeface="Arial" charset="0"/>
                <a:ea typeface="ＭＳ Ｐゴシック" charset="0"/>
              </a:rPr>
              <a:t> y : char [5]  *  ( )  *  [3]</a:t>
            </a:r>
          </a:p>
          <a:p>
            <a:pPr>
              <a:buFontTx/>
              <a:buNone/>
            </a:pPr>
            <a:r>
              <a:rPr lang="ja-JP" altLang="en-US" dirty="0">
                <a:latin typeface="Arial" charset="0"/>
                <a:ea typeface="ＭＳ Ｐゴシック" charset="0"/>
              </a:rPr>
              <a:t>となり、一番外側の</a:t>
            </a:r>
            <a:r>
              <a:rPr lang="en-US" altLang="ja-JP" dirty="0">
                <a:latin typeface="Arial" charset="0"/>
                <a:ea typeface="ＭＳ Ｐゴシック" charset="0"/>
              </a:rPr>
              <a:t>[3]</a:t>
            </a:r>
            <a:r>
              <a:rPr lang="ja-JP" altLang="en-US" dirty="0">
                <a:latin typeface="Arial" charset="0"/>
                <a:ea typeface="ＭＳ Ｐゴシック" charset="0"/>
              </a:rPr>
              <a:t>を取り除いて、</a:t>
            </a:r>
            <a:endParaRPr lang="en-US" altLang="ja-JP" dirty="0">
              <a:latin typeface="Arial" charset="0"/>
              <a:ea typeface="ＭＳ Ｐゴシック" charset="0"/>
            </a:endParaRPr>
          </a:p>
          <a:p>
            <a:pPr>
              <a:buFontTx/>
              <a:buNone/>
            </a:pPr>
            <a:r>
              <a:rPr lang="en-US" altLang="ja-JP" dirty="0">
                <a:latin typeface="Arial" charset="0"/>
                <a:ea typeface="ＭＳ Ｐゴシック" charset="0"/>
              </a:rPr>
              <a:t> y [2] </a:t>
            </a:r>
            <a:r>
              <a:rPr lang="ja-JP" altLang="en-US" dirty="0">
                <a:latin typeface="Arial" charset="0"/>
                <a:ea typeface="ＭＳ Ｐゴシック" charset="0"/>
              </a:rPr>
              <a:t> </a:t>
            </a:r>
            <a:r>
              <a:rPr lang="en-US" altLang="ja-JP" dirty="0">
                <a:latin typeface="Arial" charset="0"/>
                <a:ea typeface="ＭＳ Ｐゴシック" charset="0"/>
              </a:rPr>
              <a:t>: char [5] * ( ) *</a:t>
            </a:r>
          </a:p>
          <a:p>
            <a:pPr>
              <a:buFontTx/>
              <a:buNone/>
            </a:pPr>
            <a:r>
              <a:rPr lang="ja-JP" altLang="en-US" dirty="0">
                <a:latin typeface="Arial" charset="0"/>
                <a:ea typeface="ＭＳ Ｐゴシック" charset="0"/>
              </a:rPr>
              <a:t>となる。</a:t>
            </a:r>
            <a:endParaRPr lang="en-US" altLang="ja-JP" dirty="0">
              <a:latin typeface="Arial" charset="0"/>
              <a:ea typeface="ＭＳ Ｐゴシック" charset="0"/>
            </a:endParaRPr>
          </a:p>
          <a:p>
            <a:pPr>
              <a:buFontTx/>
              <a:buNone/>
            </a:pPr>
            <a:endParaRPr lang="en-US" altLang="ja-JP" dirty="0">
              <a:latin typeface="Arial" charset="0"/>
              <a:ea typeface="ＭＳ Ｐゴシック" charset="0"/>
            </a:endParaRPr>
          </a:p>
          <a:p>
            <a:pPr>
              <a:buFontTx/>
              <a:buNone/>
            </a:pPr>
            <a:endParaRPr lang="ja-JP" altLang="en-US" dirty="0">
              <a:latin typeface="Arial" charset="0"/>
              <a:ea typeface="ＭＳ Ｐゴシック"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タイトル 1"/>
          <p:cNvSpPr>
            <a:spLocks noGrp="1"/>
          </p:cNvSpPr>
          <p:nvPr>
            <p:ph type="title"/>
          </p:nvPr>
        </p:nvSpPr>
        <p:spPr/>
        <p:txBody>
          <a:bodyPr/>
          <a:lstStyle/>
          <a:p>
            <a:r>
              <a:rPr lang="ja-JP" altLang="en-US" dirty="0">
                <a:latin typeface="Arial" charset="0"/>
                <a:ea typeface="ＭＳ Ｐゴシック" charset="0"/>
              </a:rPr>
              <a:t>練習問題</a:t>
            </a:r>
            <a:r>
              <a:rPr lang="en-US" altLang="ja-JP" dirty="0">
                <a:latin typeface="Arial" charset="0"/>
                <a:ea typeface="ＭＳ Ｐゴシック" charset="0"/>
              </a:rPr>
              <a:t>4</a:t>
            </a:r>
            <a:endParaRPr lang="ja-JP" altLang="en-US" dirty="0">
              <a:latin typeface="Arial" charset="0"/>
              <a:ea typeface="ＭＳ Ｐゴシック" charset="0"/>
            </a:endParaRPr>
          </a:p>
        </p:txBody>
      </p:sp>
      <p:sp>
        <p:nvSpPr>
          <p:cNvPr id="28674" name="コンテンツ プレースホルダ 2"/>
          <p:cNvSpPr>
            <a:spLocks noGrp="1"/>
          </p:cNvSpPr>
          <p:nvPr>
            <p:ph idx="1"/>
          </p:nvPr>
        </p:nvSpPr>
        <p:spPr/>
        <p:txBody>
          <a:bodyPr/>
          <a:lstStyle/>
          <a:p>
            <a:pPr>
              <a:buFontTx/>
              <a:buNone/>
            </a:pPr>
            <a:r>
              <a:rPr lang="en-US" altLang="ja-JP" dirty="0">
                <a:latin typeface="Arial" charset="0"/>
                <a:ea typeface="ＭＳ Ｐゴシック" charset="0"/>
              </a:rPr>
              <a:t>C</a:t>
            </a:r>
            <a:r>
              <a:rPr lang="ja-JP" altLang="en-US" dirty="0">
                <a:latin typeface="Arial" charset="0"/>
                <a:ea typeface="ＭＳ Ｐゴシック" charset="0"/>
              </a:rPr>
              <a:t>言語の変数宣言</a:t>
            </a:r>
            <a:endParaRPr lang="en-US" altLang="ja-JP" dirty="0">
              <a:latin typeface="Arial" charset="0"/>
              <a:ea typeface="ＭＳ Ｐゴシック" charset="0"/>
            </a:endParaRPr>
          </a:p>
          <a:p>
            <a:pPr>
              <a:buFontTx/>
              <a:buNone/>
            </a:pPr>
            <a:r>
              <a:rPr lang="en-US" altLang="ja-JP" dirty="0">
                <a:latin typeface="Arial" charset="0"/>
                <a:ea typeface="ＭＳ Ｐゴシック" charset="0"/>
              </a:rPr>
              <a:t>    </a:t>
            </a:r>
            <a:r>
              <a:rPr lang="en-US" altLang="ja-JP" dirty="0" err="1">
                <a:latin typeface="Arial" charset="0"/>
                <a:ea typeface="ＭＳ Ｐゴシック" charset="0"/>
              </a:rPr>
              <a:t>int</a:t>
            </a:r>
            <a:r>
              <a:rPr lang="en-US" altLang="ja-JP" dirty="0">
                <a:latin typeface="Arial" charset="0"/>
                <a:ea typeface="ＭＳ Ｐゴシック" charset="0"/>
              </a:rPr>
              <a:t>  (*a) [13];</a:t>
            </a:r>
          </a:p>
          <a:p>
            <a:pPr>
              <a:buFontTx/>
              <a:buNone/>
            </a:pPr>
            <a:r>
              <a:rPr lang="ja-JP" altLang="en-US" dirty="0">
                <a:latin typeface="Arial" charset="0"/>
                <a:ea typeface="ＭＳ Ｐゴシック" charset="0"/>
              </a:rPr>
              <a:t>のもとで、式  </a:t>
            </a:r>
            <a:r>
              <a:rPr lang="en-US" altLang="ja-JP" dirty="0">
                <a:latin typeface="Arial" charset="0"/>
                <a:ea typeface="ＭＳ Ｐゴシック" charset="0"/>
              </a:rPr>
              <a:t>*a </a:t>
            </a:r>
            <a:r>
              <a:rPr lang="ja-JP" altLang="en-US" dirty="0">
                <a:latin typeface="Arial" charset="0"/>
                <a:ea typeface="ＭＳ Ｐゴシック" charset="0"/>
              </a:rPr>
              <a:t>の型は何か。</a:t>
            </a:r>
            <a:endParaRPr lang="en-US" altLang="ja-JP" dirty="0">
              <a:latin typeface="Arial" charset="0"/>
              <a:ea typeface="ＭＳ Ｐゴシック"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タイトル 1"/>
          <p:cNvSpPr>
            <a:spLocks noGrp="1"/>
          </p:cNvSpPr>
          <p:nvPr>
            <p:ph type="title"/>
          </p:nvPr>
        </p:nvSpPr>
        <p:spPr/>
        <p:txBody>
          <a:bodyPr/>
          <a:lstStyle/>
          <a:p>
            <a:r>
              <a:rPr lang="ja-JP" altLang="en-US">
                <a:latin typeface="Arial" charset="0"/>
                <a:ea typeface="ＭＳ Ｐゴシック" charset="0"/>
              </a:rPr>
              <a:t>推論規則</a:t>
            </a:r>
          </a:p>
        </p:txBody>
      </p:sp>
      <p:sp>
        <p:nvSpPr>
          <p:cNvPr id="29698" name="コンテンツ プレースホルダ 2"/>
          <p:cNvSpPr>
            <a:spLocks noGrp="1"/>
          </p:cNvSpPr>
          <p:nvPr>
            <p:ph idx="1"/>
          </p:nvPr>
        </p:nvSpPr>
        <p:spPr>
          <a:xfrm>
            <a:off x="685800" y="1981200"/>
            <a:ext cx="1957388" cy="1376363"/>
          </a:xfrm>
        </p:spPr>
        <p:txBody>
          <a:bodyPr/>
          <a:lstStyle/>
          <a:p>
            <a:pPr>
              <a:buFontTx/>
              <a:buNone/>
            </a:pPr>
            <a:r>
              <a:rPr lang="en-US" altLang="ja-JP">
                <a:latin typeface="Arial" charset="0"/>
                <a:ea typeface="ＭＳ Ｐゴシック" charset="0"/>
              </a:rPr>
              <a:t> e : </a:t>
            </a:r>
            <a:r>
              <a:rPr lang="en-US" altLang="ja-JP">
                <a:latin typeface="Arial" charset="0"/>
                <a:ea typeface="ＭＳ Ｐゴシック" charset="0"/>
                <a:sym typeface="Symbol" charset="0"/>
              </a:rPr>
              <a:t></a:t>
            </a:r>
            <a:r>
              <a:rPr lang="ja-JP" altLang="en-US">
                <a:latin typeface="Arial" charset="0"/>
                <a:ea typeface="ＭＳ Ｐゴシック" charset="0"/>
                <a:sym typeface="Symbol" charset="0"/>
              </a:rPr>
              <a:t> </a:t>
            </a:r>
            <a:r>
              <a:rPr lang="en-US" altLang="ja-JP">
                <a:latin typeface="Arial" charset="0"/>
                <a:ea typeface="ＭＳ Ｐゴシック" charset="0"/>
                <a:sym typeface="Symbol" charset="0"/>
              </a:rPr>
              <a:t>[ n ]</a:t>
            </a:r>
          </a:p>
          <a:p>
            <a:pPr>
              <a:buFontTx/>
              <a:buNone/>
            </a:pPr>
            <a:r>
              <a:rPr lang="en-US" altLang="ja-JP">
                <a:latin typeface="Arial" charset="0"/>
                <a:ea typeface="ＭＳ Ｐゴシック" charset="0"/>
                <a:sym typeface="Symbol" charset="0"/>
              </a:rPr>
              <a:t> e [ i ] : </a:t>
            </a:r>
            <a:r>
              <a:rPr lang="ja-JP" altLang="en-US">
                <a:latin typeface="Arial" charset="0"/>
                <a:ea typeface="ＭＳ Ｐゴシック" charset="0"/>
                <a:sym typeface="Symbol" charset="0"/>
              </a:rPr>
              <a:t> </a:t>
            </a:r>
            <a:endParaRPr lang="en-US" altLang="ja-JP">
              <a:latin typeface="Arial" charset="0"/>
              <a:ea typeface="ＭＳ Ｐゴシック" charset="0"/>
            </a:endParaRPr>
          </a:p>
        </p:txBody>
      </p:sp>
      <p:cxnSp>
        <p:nvCxnSpPr>
          <p:cNvPr id="29699" name="直線コネクタ 6"/>
          <p:cNvCxnSpPr>
            <a:cxnSpLocks noChangeShapeType="1"/>
          </p:cNvCxnSpPr>
          <p:nvPr/>
        </p:nvCxnSpPr>
        <p:spPr bwMode="auto">
          <a:xfrm rot="10800000" flipH="1">
            <a:off x="685800" y="2571750"/>
            <a:ext cx="1957388" cy="158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sp>
        <p:nvSpPr>
          <p:cNvPr id="29700" name="コンテンツ プレースホルダ 2"/>
          <p:cNvSpPr txBox="1">
            <a:spLocks/>
          </p:cNvSpPr>
          <p:nvPr/>
        </p:nvSpPr>
        <p:spPr bwMode="auto">
          <a:xfrm>
            <a:off x="3286125" y="2000250"/>
            <a:ext cx="1957388" cy="1376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pPr eaLnBrk="0" hangingPunct="0">
              <a:spcBef>
                <a:spcPct val="20000"/>
              </a:spcBef>
            </a:pPr>
            <a:r>
              <a:rPr lang="en-US" altLang="ja-JP" sz="3200" b="0"/>
              <a:t> e : </a:t>
            </a:r>
            <a:r>
              <a:rPr lang="en-US" altLang="ja-JP" sz="3200" b="0">
                <a:sym typeface="Symbol" charset="0"/>
              </a:rPr>
              <a:t></a:t>
            </a:r>
            <a:r>
              <a:rPr lang="ja-JP" altLang="en-US" sz="3200" b="0">
                <a:sym typeface="Symbol" charset="0"/>
              </a:rPr>
              <a:t> </a:t>
            </a:r>
            <a:r>
              <a:rPr lang="en-US" altLang="ja-JP" sz="3200" b="0">
                <a:sym typeface="Symbol" charset="0"/>
              </a:rPr>
              <a:t>( )</a:t>
            </a:r>
          </a:p>
          <a:p>
            <a:pPr eaLnBrk="0" hangingPunct="0">
              <a:spcBef>
                <a:spcPct val="20000"/>
              </a:spcBef>
            </a:pPr>
            <a:r>
              <a:rPr lang="en-US" altLang="ja-JP" sz="3200" b="0">
                <a:sym typeface="Symbol" charset="0"/>
              </a:rPr>
              <a:t> e ( ) : </a:t>
            </a:r>
            <a:r>
              <a:rPr lang="ja-JP" altLang="en-US" sz="3200" b="0">
                <a:sym typeface="Symbol" charset="0"/>
              </a:rPr>
              <a:t> </a:t>
            </a:r>
            <a:endParaRPr lang="en-US" altLang="ja-JP" sz="3200" b="0"/>
          </a:p>
        </p:txBody>
      </p:sp>
      <p:cxnSp>
        <p:nvCxnSpPr>
          <p:cNvPr id="29701" name="直線コネクタ 19"/>
          <p:cNvCxnSpPr>
            <a:cxnSpLocks noChangeShapeType="1"/>
          </p:cNvCxnSpPr>
          <p:nvPr/>
        </p:nvCxnSpPr>
        <p:spPr bwMode="auto">
          <a:xfrm rot="10800000" flipH="1">
            <a:off x="3071813" y="2571750"/>
            <a:ext cx="1957387" cy="158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sp>
        <p:nvSpPr>
          <p:cNvPr id="29702" name="コンテンツ プレースホルダ 2"/>
          <p:cNvSpPr txBox="1">
            <a:spLocks/>
          </p:cNvSpPr>
          <p:nvPr/>
        </p:nvSpPr>
        <p:spPr bwMode="auto">
          <a:xfrm>
            <a:off x="5786438" y="2000250"/>
            <a:ext cx="1957387" cy="1376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pPr eaLnBrk="0" hangingPunct="0">
              <a:spcBef>
                <a:spcPct val="20000"/>
              </a:spcBef>
            </a:pPr>
            <a:r>
              <a:rPr lang="en-US" altLang="ja-JP" sz="3200" b="0"/>
              <a:t> e : </a:t>
            </a:r>
            <a:r>
              <a:rPr lang="en-US" altLang="ja-JP" sz="3200" b="0">
                <a:sym typeface="Symbol" charset="0"/>
              </a:rPr>
              <a:t></a:t>
            </a:r>
            <a:r>
              <a:rPr lang="ja-JP" altLang="en-US" sz="3200" b="0">
                <a:sym typeface="Symbol" charset="0"/>
              </a:rPr>
              <a:t> </a:t>
            </a:r>
            <a:r>
              <a:rPr lang="en-US" altLang="ja-JP" sz="3200" b="0">
                <a:sym typeface="Symbol" charset="0"/>
              </a:rPr>
              <a:t>*</a:t>
            </a:r>
          </a:p>
          <a:p>
            <a:pPr eaLnBrk="0" hangingPunct="0">
              <a:spcBef>
                <a:spcPct val="20000"/>
              </a:spcBef>
            </a:pPr>
            <a:r>
              <a:rPr lang="en-US" altLang="ja-JP" sz="3200" b="0">
                <a:sym typeface="Symbol" charset="0"/>
              </a:rPr>
              <a:t> * e : </a:t>
            </a:r>
            <a:r>
              <a:rPr lang="ja-JP" altLang="en-US" sz="3200" b="0">
                <a:sym typeface="Symbol" charset="0"/>
              </a:rPr>
              <a:t> </a:t>
            </a:r>
            <a:endParaRPr lang="en-US" altLang="ja-JP" sz="3200" b="0"/>
          </a:p>
        </p:txBody>
      </p:sp>
      <p:cxnSp>
        <p:nvCxnSpPr>
          <p:cNvPr id="29703" name="直線コネクタ 21"/>
          <p:cNvCxnSpPr>
            <a:cxnSpLocks noChangeShapeType="1"/>
          </p:cNvCxnSpPr>
          <p:nvPr/>
        </p:nvCxnSpPr>
        <p:spPr bwMode="auto">
          <a:xfrm rot="10800000" flipH="1">
            <a:off x="5572125" y="2571750"/>
            <a:ext cx="1957388" cy="158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sp>
        <p:nvSpPr>
          <p:cNvPr id="23" name="テキスト ボックス 22"/>
          <p:cNvSpPr txBox="1"/>
          <p:nvPr/>
        </p:nvSpPr>
        <p:spPr>
          <a:xfrm>
            <a:off x="683568" y="4869160"/>
            <a:ext cx="7000875" cy="1077912"/>
          </a:xfrm>
          <a:prstGeom prst="rect">
            <a:avLst/>
          </a:prstGeom>
          <a:noFill/>
        </p:spPr>
        <p:txBody>
          <a:bodyPr>
            <a:spAutoFit/>
          </a:bodyPr>
          <a:lstStyle/>
          <a:p>
            <a:pPr>
              <a:defRPr/>
            </a:pPr>
            <a:r>
              <a:rPr lang="en-US" altLang="ja-JP" sz="3200" b="0" dirty="0">
                <a:ea typeface="ＭＳ Ｐゴシック" pitchFamily="80" charset="-128"/>
                <a:cs typeface="+mn-cs"/>
              </a:rPr>
              <a:t>e</a:t>
            </a:r>
            <a:r>
              <a:rPr lang="ja-JP" altLang="en-US" sz="3200" b="0" dirty="0">
                <a:ea typeface="ＭＳ Ｐゴシック" pitchFamily="80" charset="-128"/>
                <a:cs typeface="+mn-cs"/>
              </a:rPr>
              <a:t>は式、</a:t>
            </a:r>
            <a:r>
              <a:rPr lang="en-US" altLang="ja-JP" sz="3200" b="0" kern="0" dirty="0">
                <a:ea typeface="ＭＳ Ｐゴシック" pitchFamily="80" charset="-128"/>
                <a:cs typeface="+mn-cs"/>
                <a:sym typeface="Symbol"/>
              </a:rPr>
              <a:t> </a:t>
            </a:r>
            <a:r>
              <a:rPr lang="ja-JP" altLang="en-US" sz="3200" b="0" kern="0" dirty="0">
                <a:ea typeface="ＭＳ Ｐゴシック" pitchFamily="80" charset="-128"/>
                <a:cs typeface="+mn-cs"/>
                <a:sym typeface="Symbol"/>
              </a:rPr>
              <a:t>は型を表すメタ変数（説明のための変数）。</a:t>
            </a:r>
            <a:endParaRPr lang="en-US" altLang="ja-JP" sz="3200" b="0" kern="0" dirty="0">
              <a:ea typeface="ＭＳ Ｐゴシック" pitchFamily="80" charset="-128"/>
              <a:cs typeface="+mn-cs"/>
              <a:sym typeface="Symbol"/>
            </a:endParaRPr>
          </a:p>
        </p:txBody>
      </p:sp>
      <p:sp>
        <p:nvSpPr>
          <p:cNvPr id="29705" name="テキスト ボックス 23"/>
          <p:cNvSpPr txBox="1">
            <a:spLocks noChangeArrowheads="1"/>
          </p:cNvSpPr>
          <p:nvPr/>
        </p:nvSpPr>
        <p:spPr bwMode="auto">
          <a:xfrm>
            <a:off x="1357313" y="3357563"/>
            <a:ext cx="4660900" cy="584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r>
              <a:rPr lang="en-US" altLang="ja-JP" sz="3200" b="0"/>
              <a:t> 0 </a:t>
            </a:r>
            <a:r>
              <a:rPr lang="en-US" altLang="ja-JP" sz="3200" b="0">
                <a:sym typeface="Symbol" charset="0"/>
              </a:rPr>
              <a:t></a:t>
            </a:r>
            <a:r>
              <a:rPr lang="en-US" altLang="ja-JP" sz="3200" b="0"/>
              <a:t> i &lt; n, n </a:t>
            </a:r>
            <a:r>
              <a:rPr lang="ja-JP" altLang="en-US" sz="3200" b="0"/>
              <a:t>は正の整数。</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タイトル 1"/>
          <p:cNvSpPr>
            <a:spLocks noGrp="1"/>
          </p:cNvSpPr>
          <p:nvPr>
            <p:ph type="title"/>
          </p:nvPr>
        </p:nvSpPr>
        <p:spPr>
          <a:xfrm>
            <a:off x="714375" y="269776"/>
            <a:ext cx="7772400" cy="1143000"/>
          </a:xfrm>
        </p:spPr>
        <p:txBody>
          <a:bodyPr/>
          <a:lstStyle/>
          <a:p>
            <a:r>
              <a:rPr lang="ja-JP" altLang="en-US" dirty="0">
                <a:latin typeface="Arial" charset="0"/>
                <a:ea typeface="ＭＳ Ｐゴシック" charset="0"/>
              </a:rPr>
              <a:t>例</a:t>
            </a:r>
          </a:p>
        </p:txBody>
      </p:sp>
      <p:sp>
        <p:nvSpPr>
          <p:cNvPr id="30722" name="コンテンツ プレースホルダ 10"/>
          <p:cNvSpPr>
            <a:spLocks noGrp="1"/>
          </p:cNvSpPr>
          <p:nvPr>
            <p:ph idx="1"/>
          </p:nvPr>
        </p:nvSpPr>
        <p:spPr>
          <a:xfrm>
            <a:off x="688032" y="1628502"/>
            <a:ext cx="7772400" cy="2592586"/>
          </a:xfrm>
        </p:spPr>
        <p:txBody>
          <a:bodyPr/>
          <a:lstStyle/>
          <a:p>
            <a:pPr marL="0" indent="0">
              <a:buFontTx/>
              <a:buNone/>
            </a:pPr>
            <a:r>
              <a:rPr lang="en-US" altLang="ja-JP" sz="2800" dirty="0">
                <a:latin typeface="Arial" charset="0"/>
                <a:ea typeface="ＭＳ Ｐゴシック" charset="0"/>
              </a:rPr>
              <a:t>C</a:t>
            </a:r>
            <a:r>
              <a:rPr lang="ja-JP" altLang="en-US" sz="2800" dirty="0">
                <a:latin typeface="Arial" charset="0"/>
                <a:ea typeface="ＭＳ Ｐゴシック" charset="0"/>
              </a:rPr>
              <a:t>言語の変数宣言</a:t>
            </a:r>
            <a:r>
              <a:rPr lang="en-US" altLang="ja-JP" sz="2800" dirty="0">
                <a:latin typeface="Arial" charset="0"/>
                <a:ea typeface="ＭＳ Ｐゴシック" charset="0"/>
              </a:rPr>
              <a:t> </a:t>
            </a:r>
          </a:p>
          <a:p>
            <a:pPr marL="0" indent="0">
              <a:buFontTx/>
              <a:buNone/>
            </a:pPr>
            <a:r>
              <a:rPr lang="en-US" altLang="ja-JP" sz="2800" dirty="0">
                <a:latin typeface="Arial" charset="0"/>
                <a:ea typeface="ＭＳ Ｐゴシック" charset="0"/>
              </a:rPr>
              <a:t>    </a:t>
            </a:r>
            <a:r>
              <a:rPr lang="en-US" altLang="ja-JP" sz="2800" dirty="0" err="1">
                <a:latin typeface="Arial" charset="0"/>
                <a:ea typeface="ＭＳ Ｐゴシック" charset="0"/>
              </a:rPr>
              <a:t>int</a:t>
            </a:r>
            <a:r>
              <a:rPr lang="en-US" altLang="ja-JP" sz="2800" dirty="0">
                <a:latin typeface="Arial" charset="0"/>
                <a:ea typeface="ＭＳ Ｐゴシック" charset="0"/>
              </a:rPr>
              <a:t>  (*a) [13] ;</a:t>
            </a:r>
          </a:p>
          <a:p>
            <a:pPr marL="0" indent="0">
              <a:buFontTx/>
              <a:buNone/>
            </a:pPr>
            <a:r>
              <a:rPr lang="ja-JP" altLang="en-US" sz="2800" dirty="0">
                <a:latin typeface="Arial" charset="0"/>
                <a:ea typeface="ＭＳ Ｐゴシック" charset="0"/>
              </a:rPr>
              <a:t>のもとで、式  </a:t>
            </a:r>
            <a:r>
              <a:rPr lang="en-US" altLang="ja-JP" sz="2800" dirty="0">
                <a:latin typeface="Arial" charset="0"/>
                <a:ea typeface="ＭＳ Ｐゴシック" charset="0"/>
              </a:rPr>
              <a:t>*a </a:t>
            </a:r>
            <a:r>
              <a:rPr lang="ja-JP" altLang="en-US" sz="2800" dirty="0">
                <a:latin typeface="Arial" charset="0"/>
                <a:ea typeface="ＭＳ Ｐゴシック" charset="0"/>
              </a:rPr>
              <a:t>の型は、</a:t>
            </a:r>
            <a:r>
              <a:rPr lang="en-US" altLang="ja-JP" sz="2800" dirty="0" err="1">
                <a:latin typeface="Arial" charset="0"/>
                <a:ea typeface="ＭＳ Ｐゴシック" charset="0"/>
              </a:rPr>
              <a:t>int</a:t>
            </a:r>
            <a:r>
              <a:rPr lang="en-US" altLang="ja-JP" sz="2800" dirty="0">
                <a:latin typeface="Arial" charset="0"/>
                <a:ea typeface="ＭＳ Ｐゴシック" charset="0"/>
              </a:rPr>
              <a:t> [13]</a:t>
            </a:r>
            <a:r>
              <a:rPr lang="ja-JP" altLang="en-US" sz="2800" dirty="0">
                <a:latin typeface="Arial" charset="0"/>
                <a:ea typeface="ＭＳ Ｐゴシック" charset="0"/>
              </a:rPr>
              <a:t>であった（練習問題</a:t>
            </a:r>
            <a:r>
              <a:rPr lang="en-US" altLang="ja-JP" sz="2800" dirty="0">
                <a:latin typeface="Arial" charset="0"/>
                <a:ea typeface="ＭＳ Ｐゴシック" charset="0"/>
              </a:rPr>
              <a:t>4</a:t>
            </a:r>
            <a:r>
              <a:rPr lang="ja-JP" altLang="en-US" sz="2800" dirty="0">
                <a:latin typeface="Arial" charset="0"/>
                <a:ea typeface="ＭＳ Ｐゴシック" charset="0"/>
              </a:rPr>
              <a:t>参照）。これを、型の後置記法による宣言から推論規則で以下のようにして導くことができる。</a:t>
            </a:r>
            <a:endParaRPr lang="en-US" altLang="ja-JP" sz="2800" dirty="0">
              <a:latin typeface="Arial" charset="0"/>
              <a:ea typeface="ＭＳ Ｐゴシック" charset="0"/>
            </a:endParaRPr>
          </a:p>
          <a:p>
            <a:pPr marL="0" indent="0">
              <a:buFontTx/>
              <a:buNone/>
            </a:pPr>
            <a:endParaRPr lang="en-US" altLang="ja-JP" sz="2800" dirty="0">
              <a:latin typeface="Arial" charset="0"/>
              <a:ea typeface="ＭＳ Ｐゴシック" charset="0"/>
            </a:endParaRPr>
          </a:p>
          <a:p>
            <a:pPr marL="0" indent="0">
              <a:buFontTx/>
              <a:buNone/>
            </a:pPr>
            <a:endParaRPr lang="en-US" altLang="ja-JP" sz="2800" dirty="0">
              <a:latin typeface="Arial" charset="0"/>
              <a:ea typeface="ＭＳ Ｐゴシック" charset="0"/>
            </a:endParaRPr>
          </a:p>
          <a:p>
            <a:pPr marL="0" indent="0">
              <a:buFontTx/>
              <a:buNone/>
            </a:pPr>
            <a:endParaRPr lang="ja-JP" altLang="en-US" sz="2800" dirty="0">
              <a:latin typeface="Arial" charset="0"/>
              <a:ea typeface="ＭＳ Ｐゴシック" charset="0"/>
            </a:endParaRPr>
          </a:p>
        </p:txBody>
      </p:sp>
      <p:sp>
        <p:nvSpPr>
          <p:cNvPr id="30723" name="テキスト ボックス 3"/>
          <p:cNvSpPr txBox="1">
            <a:spLocks noChangeArrowheads="1"/>
          </p:cNvSpPr>
          <p:nvPr/>
        </p:nvSpPr>
        <p:spPr bwMode="auto">
          <a:xfrm>
            <a:off x="1455688" y="4563145"/>
            <a:ext cx="2108200" cy="9540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r>
              <a:rPr lang="en-US" altLang="ja-JP" sz="2800" b="0" dirty="0"/>
              <a:t> a : </a:t>
            </a:r>
            <a:r>
              <a:rPr lang="en-US" altLang="ja-JP" sz="2800" b="0" dirty="0" err="1"/>
              <a:t>int</a:t>
            </a:r>
            <a:r>
              <a:rPr lang="en-US" altLang="ja-JP" sz="2800" b="0" dirty="0"/>
              <a:t> [13] *</a:t>
            </a:r>
          </a:p>
          <a:p>
            <a:r>
              <a:rPr lang="en-US" altLang="ja-JP" sz="2800" b="0" dirty="0"/>
              <a:t> *a  : </a:t>
            </a:r>
            <a:r>
              <a:rPr lang="en-US" altLang="ja-JP" sz="2800" b="0" dirty="0" err="1"/>
              <a:t>int</a:t>
            </a:r>
            <a:r>
              <a:rPr lang="en-US" altLang="ja-JP" sz="2800" b="0" dirty="0"/>
              <a:t> [13]</a:t>
            </a:r>
            <a:endParaRPr lang="ja-JP" altLang="en-US" sz="2800" b="0" dirty="0"/>
          </a:p>
        </p:txBody>
      </p:sp>
      <p:cxnSp>
        <p:nvCxnSpPr>
          <p:cNvPr id="30724" name="直線コネクタ 5"/>
          <p:cNvCxnSpPr>
            <a:cxnSpLocks noChangeShapeType="1"/>
            <a:stCxn id="30723" idx="1"/>
            <a:endCxn id="30723" idx="3"/>
          </p:cNvCxnSpPr>
          <p:nvPr/>
        </p:nvCxnSpPr>
        <p:spPr bwMode="auto">
          <a:xfrm>
            <a:off x="1455688" y="5040982"/>
            <a:ext cx="2108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タイトル 1"/>
          <p:cNvSpPr>
            <a:spLocks noGrp="1"/>
          </p:cNvSpPr>
          <p:nvPr>
            <p:ph type="title"/>
          </p:nvPr>
        </p:nvSpPr>
        <p:spPr>
          <a:xfrm>
            <a:off x="714375" y="197768"/>
            <a:ext cx="7772400" cy="1143000"/>
          </a:xfrm>
        </p:spPr>
        <p:txBody>
          <a:bodyPr/>
          <a:lstStyle/>
          <a:p>
            <a:r>
              <a:rPr lang="ja-JP" altLang="en-US" dirty="0">
                <a:latin typeface="Arial" charset="0"/>
                <a:ea typeface="ＭＳ Ｐゴシック" charset="0"/>
              </a:rPr>
              <a:t>例</a:t>
            </a:r>
          </a:p>
        </p:txBody>
      </p:sp>
      <p:sp>
        <p:nvSpPr>
          <p:cNvPr id="31746" name="コンテンツ プレースホルダ 10"/>
          <p:cNvSpPr>
            <a:spLocks noGrp="1"/>
          </p:cNvSpPr>
          <p:nvPr>
            <p:ph idx="1"/>
          </p:nvPr>
        </p:nvSpPr>
        <p:spPr>
          <a:xfrm>
            <a:off x="642938" y="1448147"/>
            <a:ext cx="7772400" cy="2628925"/>
          </a:xfrm>
        </p:spPr>
        <p:txBody>
          <a:bodyPr/>
          <a:lstStyle/>
          <a:p>
            <a:pPr marL="0">
              <a:buFontTx/>
              <a:buNone/>
            </a:pPr>
            <a:r>
              <a:rPr lang="en-US" altLang="ja-JP" sz="2800" dirty="0">
                <a:latin typeface="Arial" charset="0"/>
                <a:ea typeface="ＭＳ Ｐゴシック" charset="0"/>
              </a:rPr>
              <a:t>C</a:t>
            </a:r>
            <a:r>
              <a:rPr lang="ja-JP" altLang="en-US" sz="2800" dirty="0">
                <a:latin typeface="Arial" charset="0"/>
                <a:ea typeface="ＭＳ Ｐゴシック" charset="0"/>
              </a:rPr>
              <a:t>言語の変数宣言</a:t>
            </a:r>
            <a:endParaRPr lang="en-US" altLang="ja-JP" sz="2800" dirty="0">
              <a:latin typeface="Arial" charset="0"/>
              <a:ea typeface="ＭＳ Ｐゴシック" charset="0"/>
            </a:endParaRPr>
          </a:p>
          <a:p>
            <a:pPr marL="0">
              <a:buFontTx/>
              <a:buNone/>
            </a:pPr>
            <a:r>
              <a:rPr lang="en-US" altLang="ja-JP" sz="2800" dirty="0">
                <a:latin typeface="Arial" charset="0"/>
                <a:ea typeface="ＭＳ Ｐゴシック" charset="0"/>
              </a:rPr>
              <a:t>    </a:t>
            </a:r>
            <a:r>
              <a:rPr lang="en-US" altLang="ja-JP" sz="2800" dirty="0" err="1">
                <a:latin typeface="Arial" charset="0"/>
                <a:ea typeface="ＭＳ Ｐゴシック" charset="0"/>
              </a:rPr>
              <a:t>int</a:t>
            </a:r>
            <a:r>
              <a:rPr lang="en-US" altLang="ja-JP" sz="2800" dirty="0">
                <a:latin typeface="Arial" charset="0"/>
                <a:ea typeface="ＭＳ Ｐゴシック" charset="0"/>
              </a:rPr>
              <a:t>  (*a) [13] ;</a:t>
            </a:r>
          </a:p>
          <a:p>
            <a:pPr marL="0">
              <a:buFontTx/>
              <a:buNone/>
            </a:pPr>
            <a:r>
              <a:rPr lang="ja-JP" altLang="en-US" sz="2800" dirty="0">
                <a:latin typeface="Arial" charset="0"/>
                <a:ea typeface="ＭＳ Ｐゴシック" charset="0"/>
              </a:rPr>
              <a:t>のもとで、式  </a:t>
            </a:r>
            <a:r>
              <a:rPr lang="en-US" altLang="ja-JP" sz="2800" dirty="0">
                <a:latin typeface="Arial" charset="0"/>
                <a:ea typeface="ＭＳ Ｐゴシック" charset="0"/>
              </a:rPr>
              <a:t>(*a) [3] </a:t>
            </a:r>
            <a:r>
              <a:rPr lang="ja-JP" altLang="en-US" sz="2800" dirty="0">
                <a:latin typeface="Arial" charset="0"/>
                <a:ea typeface="ＭＳ Ｐゴシック" charset="0"/>
              </a:rPr>
              <a:t>は</a:t>
            </a:r>
            <a:r>
              <a:rPr lang="en-US" altLang="ja-JP" sz="2800" dirty="0" err="1">
                <a:latin typeface="Arial" charset="0"/>
                <a:ea typeface="ＭＳ Ｐゴシック" charset="0"/>
              </a:rPr>
              <a:t>int</a:t>
            </a:r>
            <a:r>
              <a:rPr lang="ja-JP" altLang="en-US" sz="2800" dirty="0">
                <a:latin typeface="Arial" charset="0"/>
                <a:ea typeface="ＭＳ Ｐゴシック" charset="0"/>
              </a:rPr>
              <a:t>型である。これを、型の後置記法による宣言から推論規則で</a:t>
            </a:r>
            <a:r>
              <a:rPr lang="en-US" altLang="en-US" sz="2800" dirty="0">
                <a:latin typeface="Arial" charset="0"/>
                <a:ea typeface="ＭＳ Ｐゴシック" charset="0"/>
              </a:rPr>
              <a:t>以下の</a:t>
            </a:r>
            <a:r>
              <a:rPr lang="ja-JP" altLang="en-US" sz="2800" dirty="0">
                <a:latin typeface="Arial" charset="0"/>
                <a:ea typeface="ＭＳ Ｐゴシック" charset="0"/>
              </a:rPr>
              <a:t>よ</a:t>
            </a:r>
            <a:r>
              <a:rPr lang="en-US" altLang="en-US" sz="2800" dirty="0">
                <a:latin typeface="Arial" charset="0"/>
                <a:ea typeface="ＭＳ Ｐゴシック" charset="0"/>
              </a:rPr>
              <a:t>うに導くことができる。</a:t>
            </a:r>
            <a:endParaRPr lang="en-US" altLang="ja-JP" sz="2800" dirty="0">
              <a:latin typeface="Arial" charset="0"/>
              <a:ea typeface="ＭＳ Ｐゴシック" charset="0"/>
            </a:endParaRPr>
          </a:p>
          <a:p>
            <a:pPr marL="0">
              <a:buFontTx/>
              <a:buNone/>
            </a:pPr>
            <a:endParaRPr lang="en-US" altLang="ja-JP" sz="2800" dirty="0">
              <a:latin typeface="Arial" charset="0"/>
              <a:ea typeface="ＭＳ Ｐゴシック" charset="0"/>
            </a:endParaRPr>
          </a:p>
          <a:p>
            <a:pPr marL="0">
              <a:buFontTx/>
              <a:buNone/>
            </a:pPr>
            <a:endParaRPr lang="ja-JP" altLang="en-US" sz="2800" dirty="0">
              <a:latin typeface="Arial" charset="0"/>
              <a:ea typeface="ＭＳ Ｐゴシック" charset="0"/>
            </a:endParaRPr>
          </a:p>
        </p:txBody>
      </p:sp>
      <p:sp>
        <p:nvSpPr>
          <p:cNvPr id="31747" name="テキスト ボックス 3"/>
          <p:cNvSpPr txBox="1">
            <a:spLocks noChangeArrowheads="1"/>
          </p:cNvSpPr>
          <p:nvPr/>
        </p:nvSpPr>
        <p:spPr bwMode="auto">
          <a:xfrm>
            <a:off x="1928813" y="4420964"/>
            <a:ext cx="2108200" cy="1384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r>
              <a:rPr lang="en-US" altLang="ja-JP" sz="2800" b="0"/>
              <a:t> a : int [13] *</a:t>
            </a:r>
          </a:p>
          <a:p>
            <a:r>
              <a:rPr lang="en-US" altLang="ja-JP" sz="2800" b="0"/>
              <a:t> *a  : int [13]</a:t>
            </a:r>
          </a:p>
          <a:p>
            <a:r>
              <a:rPr lang="en-US" altLang="ja-JP" sz="2800" b="0"/>
              <a:t> (*a) [3] : int</a:t>
            </a:r>
            <a:endParaRPr lang="ja-JP" altLang="en-US" sz="2800" b="0"/>
          </a:p>
        </p:txBody>
      </p:sp>
      <p:cxnSp>
        <p:nvCxnSpPr>
          <p:cNvPr id="31748" name="直線コネクタ 7"/>
          <p:cNvCxnSpPr>
            <a:cxnSpLocks noChangeShapeType="1"/>
          </p:cNvCxnSpPr>
          <p:nvPr/>
        </p:nvCxnSpPr>
        <p:spPr bwMode="auto">
          <a:xfrm>
            <a:off x="1573213" y="4921027"/>
            <a:ext cx="3214687" cy="158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cxnSp>
        <p:nvCxnSpPr>
          <p:cNvPr id="31749" name="直線コネクタ 10"/>
          <p:cNvCxnSpPr>
            <a:cxnSpLocks noChangeShapeType="1"/>
          </p:cNvCxnSpPr>
          <p:nvPr/>
        </p:nvCxnSpPr>
        <p:spPr bwMode="auto">
          <a:xfrm>
            <a:off x="1573213" y="5349652"/>
            <a:ext cx="3214687" cy="158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タイトル 1"/>
          <p:cNvSpPr>
            <a:spLocks noGrp="1"/>
          </p:cNvSpPr>
          <p:nvPr>
            <p:ph type="title"/>
          </p:nvPr>
        </p:nvSpPr>
        <p:spPr>
          <a:xfrm>
            <a:off x="683568" y="260648"/>
            <a:ext cx="7772400" cy="1143000"/>
          </a:xfrm>
        </p:spPr>
        <p:txBody>
          <a:bodyPr/>
          <a:lstStyle/>
          <a:p>
            <a:r>
              <a:rPr lang="ja-JP" altLang="en-US" dirty="0">
                <a:latin typeface="Arial" charset="0"/>
                <a:ea typeface="ＭＳ Ｐゴシック" charset="0"/>
              </a:rPr>
              <a:t>練習問題</a:t>
            </a:r>
            <a:r>
              <a:rPr lang="en-US" altLang="ja-JP" dirty="0">
                <a:latin typeface="Arial" charset="0"/>
                <a:ea typeface="ＭＳ Ｐゴシック" charset="0"/>
              </a:rPr>
              <a:t>5</a:t>
            </a:r>
            <a:endParaRPr lang="ja-JP" altLang="en-US" dirty="0">
              <a:latin typeface="Arial" charset="0"/>
              <a:ea typeface="ＭＳ Ｐゴシック" charset="0"/>
            </a:endParaRPr>
          </a:p>
        </p:txBody>
      </p:sp>
      <p:sp>
        <p:nvSpPr>
          <p:cNvPr id="32770" name="コンテンツ プレースホルダ 10"/>
          <p:cNvSpPr>
            <a:spLocks noGrp="1"/>
          </p:cNvSpPr>
          <p:nvPr>
            <p:ph idx="1"/>
          </p:nvPr>
        </p:nvSpPr>
        <p:spPr>
          <a:xfrm>
            <a:off x="611560" y="1700808"/>
            <a:ext cx="7772400" cy="2520280"/>
          </a:xfrm>
        </p:spPr>
        <p:txBody>
          <a:bodyPr/>
          <a:lstStyle/>
          <a:p>
            <a:pPr marL="0" indent="0">
              <a:buFontTx/>
              <a:buNone/>
            </a:pPr>
            <a:r>
              <a:rPr lang="en-US" altLang="ja-JP" sz="2800" dirty="0">
                <a:latin typeface="Arial" charset="0"/>
                <a:ea typeface="ＭＳ Ｐゴシック" charset="0"/>
              </a:rPr>
              <a:t>C</a:t>
            </a:r>
            <a:r>
              <a:rPr lang="ja-JP" altLang="en-US" sz="2800" dirty="0">
                <a:latin typeface="Arial" charset="0"/>
                <a:ea typeface="ＭＳ Ｐゴシック" charset="0"/>
              </a:rPr>
              <a:t>言語の変数宣言</a:t>
            </a:r>
            <a:r>
              <a:rPr lang="en-US" altLang="ja-JP" sz="2800" dirty="0">
                <a:latin typeface="Arial" charset="0"/>
                <a:ea typeface="ＭＳ Ｐゴシック" charset="0"/>
              </a:rPr>
              <a:t> </a:t>
            </a:r>
          </a:p>
          <a:p>
            <a:pPr marL="0" indent="0">
              <a:buFontTx/>
              <a:buNone/>
            </a:pPr>
            <a:r>
              <a:rPr lang="en-US" altLang="ja-JP" sz="2800" dirty="0">
                <a:latin typeface="Arial" charset="0"/>
                <a:ea typeface="ＭＳ Ｐゴシック" charset="0"/>
              </a:rPr>
              <a:t>    </a:t>
            </a:r>
            <a:r>
              <a:rPr lang="en-US" altLang="ja-JP" sz="2800" dirty="0" err="1">
                <a:latin typeface="Arial" charset="0"/>
                <a:ea typeface="ＭＳ Ｐゴシック" charset="0"/>
              </a:rPr>
              <a:t>int</a:t>
            </a:r>
            <a:r>
              <a:rPr lang="en-US" altLang="ja-JP" sz="2800" dirty="0">
                <a:latin typeface="Arial" charset="0"/>
                <a:ea typeface="ＭＳ Ｐゴシック" charset="0"/>
              </a:rPr>
              <a:t>  b [2] [13] ;</a:t>
            </a:r>
          </a:p>
          <a:p>
            <a:pPr marL="0" indent="0">
              <a:buFontTx/>
              <a:buNone/>
            </a:pPr>
            <a:r>
              <a:rPr lang="ja-JP" altLang="en-US" sz="2800" dirty="0">
                <a:latin typeface="Arial" charset="0"/>
                <a:ea typeface="ＭＳ Ｐゴシック" charset="0"/>
              </a:rPr>
              <a:t>のもとで、式  </a:t>
            </a:r>
            <a:r>
              <a:rPr lang="en-US" altLang="ja-JP" sz="2800" dirty="0">
                <a:latin typeface="Arial" charset="0"/>
                <a:ea typeface="ＭＳ Ｐゴシック" charset="0"/>
              </a:rPr>
              <a:t>b [1] </a:t>
            </a:r>
            <a:r>
              <a:rPr lang="ja-JP" altLang="en-US" sz="2800" dirty="0">
                <a:latin typeface="Arial" charset="0"/>
                <a:ea typeface="ＭＳ Ｐゴシック" charset="0"/>
              </a:rPr>
              <a:t>の型を、変数</a:t>
            </a:r>
            <a:r>
              <a:rPr lang="en-US" altLang="ja-JP" sz="2800" dirty="0">
                <a:latin typeface="Arial" charset="0"/>
                <a:ea typeface="ＭＳ Ｐゴシック" charset="0"/>
              </a:rPr>
              <a:t>b</a:t>
            </a:r>
            <a:r>
              <a:rPr lang="ja-JP" altLang="en-US" sz="2800" dirty="0">
                <a:latin typeface="Arial" charset="0"/>
                <a:ea typeface="ＭＳ Ｐゴシック" charset="0"/>
              </a:rPr>
              <a:t>の型の後置記法による宣言から推論規則で導け。</a:t>
            </a:r>
            <a:endParaRPr lang="en-US" altLang="ja-JP" sz="2800" dirty="0">
              <a:latin typeface="Arial" charset="0"/>
              <a:ea typeface="ＭＳ Ｐゴシック"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タイトル 1"/>
          <p:cNvSpPr>
            <a:spLocks noGrp="1"/>
          </p:cNvSpPr>
          <p:nvPr>
            <p:ph type="title"/>
          </p:nvPr>
        </p:nvSpPr>
        <p:spPr>
          <a:xfrm>
            <a:off x="714375" y="197768"/>
            <a:ext cx="7772400" cy="1143000"/>
          </a:xfrm>
        </p:spPr>
        <p:txBody>
          <a:bodyPr/>
          <a:lstStyle/>
          <a:p>
            <a:r>
              <a:rPr lang="ja-JP" altLang="en-US" dirty="0">
                <a:latin typeface="Arial" charset="0"/>
                <a:ea typeface="ＭＳ Ｐゴシック" charset="0"/>
              </a:rPr>
              <a:t>練習問題</a:t>
            </a:r>
            <a:r>
              <a:rPr lang="en-US" altLang="ja-JP" dirty="0">
                <a:latin typeface="Arial" charset="0"/>
                <a:ea typeface="ＭＳ Ｐゴシック" charset="0"/>
              </a:rPr>
              <a:t>6</a:t>
            </a:r>
            <a:endParaRPr lang="ja-JP" altLang="en-US" dirty="0">
              <a:latin typeface="Arial" charset="0"/>
              <a:ea typeface="ＭＳ Ｐゴシック" charset="0"/>
            </a:endParaRPr>
          </a:p>
        </p:txBody>
      </p:sp>
      <p:sp>
        <p:nvSpPr>
          <p:cNvPr id="33794" name="コンテンツ プレースホルダ 10"/>
          <p:cNvSpPr>
            <a:spLocks noGrp="1"/>
          </p:cNvSpPr>
          <p:nvPr>
            <p:ph idx="1"/>
          </p:nvPr>
        </p:nvSpPr>
        <p:spPr>
          <a:xfrm>
            <a:off x="683568" y="1772816"/>
            <a:ext cx="7772400" cy="2143125"/>
          </a:xfrm>
        </p:spPr>
        <p:txBody>
          <a:bodyPr/>
          <a:lstStyle/>
          <a:p>
            <a:pPr marL="0" indent="0">
              <a:buFontTx/>
              <a:buNone/>
            </a:pPr>
            <a:r>
              <a:rPr lang="en-US" altLang="ja-JP" sz="2800" dirty="0">
                <a:latin typeface="Arial" charset="0"/>
                <a:ea typeface="ＭＳ Ｐゴシック" charset="0"/>
              </a:rPr>
              <a:t>C</a:t>
            </a:r>
            <a:r>
              <a:rPr lang="ja-JP" altLang="en-US" sz="2800" dirty="0">
                <a:latin typeface="Arial" charset="0"/>
                <a:ea typeface="ＭＳ Ｐゴシック" charset="0"/>
              </a:rPr>
              <a:t>言語の変数宣言</a:t>
            </a:r>
            <a:endParaRPr lang="en-US" altLang="ja-JP" sz="2800" dirty="0">
              <a:latin typeface="Arial" charset="0"/>
              <a:ea typeface="ＭＳ Ｐゴシック" charset="0"/>
            </a:endParaRPr>
          </a:p>
          <a:p>
            <a:pPr marL="0" indent="0">
              <a:buFontTx/>
              <a:buNone/>
            </a:pPr>
            <a:r>
              <a:rPr lang="en-US" altLang="ja-JP" sz="2800" dirty="0">
                <a:latin typeface="Arial" charset="0"/>
                <a:ea typeface="ＭＳ Ｐゴシック" charset="0"/>
              </a:rPr>
              <a:t>    </a:t>
            </a:r>
            <a:r>
              <a:rPr lang="en-US" altLang="ja-JP" sz="2800" dirty="0" err="1">
                <a:latin typeface="Arial" charset="0"/>
                <a:ea typeface="ＭＳ Ｐゴシック" charset="0"/>
              </a:rPr>
              <a:t>int</a:t>
            </a:r>
            <a:r>
              <a:rPr lang="en-US" altLang="ja-JP" sz="2800" dirty="0">
                <a:latin typeface="Arial" charset="0"/>
                <a:ea typeface="ＭＳ Ｐゴシック" charset="0"/>
              </a:rPr>
              <a:t>  b [2] [13] ;</a:t>
            </a:r>
          </a:p>
          <a:p>
            <a:pPr marL="0" indent="0">
              <a:buFontTx/>
              <a:buNone/>
            </a:pPr>
            <a:r>
              <a:rPr lang="ja-JP" altLang="en-US" sz="2800" dirty="0">
                <a:latin typeface="Arial" charset="0"/>
                <a:ea typeface="ＭＳ Ｐゴシック" charset="0"/>
              </a:rPr>
              <a:t>のもとで、式  </a:t>
            </a:r>
            <a:r>
              <a:rPr lang="en-US" altLang="ja-JP" sz="2800" dirty="0">
                <a:latin typeface="Arial" charset="0"/>
                <a:ea typeface="ＭＳ Ｐゴシック" charset="0"/>
              </a:rPr>
              <a:t>b [1] [4] </a:t>
            </a:r>
            <a:r>
              <a:rPr lang="ja-JP" altLang="en-US" sz="2800" dirty="0">
                <a:latin typeface="Arial" charset="0"/>
                <a:ea typeface="ＭＳ Ｐゴシック" charset="0"/>
              </a:rPr>
              <a:t>の型を、変数</a:t>
            </a:r>
            <a:r>
              <a:rPr lang="en-US" altLang="ja-JP" sz="2800" dirty="0">
                <a:latin typeface="Arial" charset="0"/>
                <a:ea typeface="ＭＳ Ｐゴシック" charset="0"/>
              </a:rPr>
              <a:t>b</a:t>
            </a:r>
            <a:r>
              <a:rPr lang="ja-JP" altLang="en-US" sz="2800" dirty="0">
                <a:latin typeface="Arial" charset="0"/>
                <a:ea typeface="ＭＳ Ｐゴシック" charset="0"/>
              </a:rPr>
              <a:t>の型の後置記法による宣言から推論規則で導け。</a:t>
            </a:r>
            <a:endParaRPr lang="en-US" altLang="ja-JP" sz="2800" dirty="0">
              <a:latin typeface="Arial" charset="0"/>
              <a:ea typeface="ＭＳ Ｐゴシック" charset="0"/>
            </a:endParaRPr>
          </a:p>
          <a:p>
            <a:pPr marL="0" indent="0">
              <a:buFontTx/>
              <a:buNone/>
            </a:pPr>
            <a:endParaRPr lang="ja-JP" altLang="en-US" sz="2800" dirty="0">
              <a:latin typeface="Arial" charset="0"/>
              <a:ea typeface="ＭＳ Ｐゴシック"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タイトル 1"/>
          <p:cNvSpPr>
            <a:spLocks noGrp="1"/>
          </p:cNvSpPr>
          <p:nvPr>
            <p:ph type="title"/>
          </p:nvPr>
        </p:nvSpPr>
        <p:spPr>
          <a:xfrm>
            <a:off x="714375" y="285750"/>
            <a:ext cx="7772400" cy="1143000"/>
          </a:xfrm>
        </p:spPr>
        <p:txBody>
          <a:bodyPr/>
          <a:lstStyle/>
          <a:p>
            <a:r>
              <a:rPr lang="ja-JP" altLang="en-US">
                <a:latin typeface="Arial" charset="0"/>
                <a:ea typeface="ＭＳ Ｐゴシック" charset="0"/>
              </a:rPr>
              <a:t>配列型について</a:t>
            </a:r>
          </a:p>
        </p:txBody>
      </p:sp>
      <p:sp>
        <p:nvSpPr>
          <p:cNvPr id="34818" name="コンテンツ プレースホルダ 10"/>
          <p:cNvSpPr>
            <a:spLocks noGrp="1"/>
          </p:cNvSpPr>
          <p:nvPr>
            <p:ph idx="1"/>
          </p:nvPr>
        </p:nvSpPr>
        <p:spPr>
          <a:xfrm>
            <a:off x="714375" y="1643063"/>
            <a:ext cx="7772400" cy="714375"/>
          </a:xfrm>
        </p:spPr>
        <p:txBody>
          <a:bodyPr/>
          <a:lstStyle/>
          <a:p>
            <a:pPr>
              <a:buFontTx/>
              <a:buNone/>
            </a:pPr>
            <a:r>
              <a:rPr lang="ja-JP" altLang="en-US" sz="2800">
                <a:latin typeface="Arial" charset="0"/>
                <a:ea typeface="ＭＳ Ｐゴシック" charset="0"/>
              </a:rPr>
              <a:t>配列型について、以下の推論規則を追加。</a:t>
            </a:r>
            <a:endParaRPr lang="en-US" altLang="ja-JP" sz="2800">
              <a:latin typeface="Arial" charset="0"/>
              <a:ea typeface="ＭＳ Ｐゴシック" charset="0"/>
            </a:endParaRPr>
          </a:p>
        </p:txBody>
      </p:sp>
      <p:sp>
        <p:nvSpPr>
          <p:cNvPr id="34819" name="コンテンツ プレースホルダ 2"/>
          <p:cNvSpPr txBox="1">
            <a:spLocks/>
          </p:cNvSpPr>
          <p:nvPr/>
        </p:nvSpPr>
        <p:spPr bwMode="auto">
          <a:xfrm>
            <a:off x="1400175" y="2481263"/>
            <a:ext cx="1957388" cy="1376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pPr eaLnBrk="0" hangingPunct="0">
              <a:spcBef>
                <a:spcPct val="20000"/>
              </a:spcBef>
            </a:pPr>
            <a:r>
              <a:rPr lang="en-US" altLang="ja-JP" sz="3200" b="0"/>
              <a:t> e : </a:t>
            </a:r>
            <a:r>
              <a:rPr lang="en-US" altLang="ja-JP" sz="3200" b="0">
                <a:sym typeface="Symbol" charset="0"/>
              </a:rPr>
              <a:t></a:t>
            </a:r>
            <a:r>
              <a:rPr lang="ja-JP" altLang="en-US" sz="3200" b="0">
                <a:sym typeface="Symbol" charset="0"/>
              </a:rPr>
              <a:t> </a:t>
            </a:r>
            <a:r>
              <a:rPr lang="en-US" altLang="ja-JP" sz="3200" b="0">
                <a:sym typeface="Symbol" charset="0"/>
              </a:rPr>
              <a:t>[ n ]</a:t>
            </a:r>
          </a:p>
          <a:p>
            <a:pPr eaLnBrk="0" hangingPunct="0">
              <a:spcBef>
                <a:spcPct val="20000"/>
              </a:spcBef>
            </a:pPr>
            <a:r>
              <a:rPr lang="en-US" altLang="ja-JP" sz="3200" b="0">
                <a:sym typeface="Symbol" charset="0"/>
              </a:rPr>
              <a:t> e : </a:t>
            </a:r>
            <a:r>
              <a:rPr lang="ja-JP" altLang="en-US" sz="3200" b="0">
                <a:sym typeface="Symbol" charset="0"/>
              </a:rPr>
              <a:t> </a:t>
            </a:r>
            <a:r>
              <a:rPr lang="en-US" altLang="ja-JP" sz="3200" b="0">
                <a:sym typeface="Symbol" charset="0"/>
              </a:rPr>
              <a:t>&amp;</a:t>
            </a:r>
            <a:endParaRPr lang="en-US" altLang="ja-JP" sz="3200" b="0"/>
          </a:p>
        </p:txBody>
      </p:sp>
      <p:cxnSp>
        <p:nvCxnSpPr>
          <p:cNvPr id="34820" name="直線コネクタ 6"/>
          <p:cNvCxnSpPr>
            <a:cxnSpLocks noChangeShapeType="1"/>
          </p:cNvCxnSpPr>
          <p:nvPr/>
        </p:nvCxnSpPr>
        <p:spPr bwMode="auto">
          <a:xfrm rot="10800000" flipH="1">
            <a:off x="1400175" y="3071813"/>
            <a:ext cx="1957388" cy="158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sp>
        <p:nvSpPr>
          <p:cNvPr id="6" name="テキスト ボックス 5"/>
          <p:cNvSpPr txBox="1"/>
          <p:nvPr/>
        </p:nvSpPr>
        <p:spPr>
          <a:xfrm>
            <a:off x="714375" y="3714750"/>
            <a:ext cx="7500938" cy="954088"/>
          </a:xfrm>
          <a:prstGeom prst="rect">
            <a:avLst/>
          </a:prstGeom>
          <a:noFill/>
        </p:spPr>
        <p:txBody>
          <a:bodyPr>
            <a:spAutoFit/>
          </a:bodyPr>
          <a:lstStyle/>
          <a:p>
            <a:pPr>
              <a:defRPr/>
            </a:pPr>
            <a:r>
              <a:rPr lang="ja-JP" altLang="en-US" sz="2800" b="0" dirty="0">
                <a:ea typeface="ＭＳ Ｐゴシック" pitchFamily="80" charset="-128"/>
                <a:cs typeface="+mn-cs"/>
              </a:rPr>
              <a:t>ここで、</a:t>
            </a:r>
            <a:r>
              <a:rPr lang="en-US" altLang="ja-JP" sz="2800" b="0" kern="0" dirty="0">
                <a:ea typeface="ＭＳ Ｐゴシック" pitchFamily="80" charset="-128"/>
                <a:cs typeface="+mn-cs"/>
                <a:sym typeface="Symbol" pitchFamily="18" charset="2"/>
              </a:rPr>
              <a:t> e : </a:t>
            </a:r>
            <a:r>
              <a:rPr lang="ja-JP" altLang="en-US" sz="2800" b="0" kern="0" dirty="0">
                <a:ea typeface="ＭＳ Ｐゴシック" pitchFamily="80" charset="-128"/>
                <a:cs typeface="+mn-cs"/>
                <a:sym typeface="Symbol" pitchFamily="18" charset="2"/>
              </a:rPr>
              <a:t> </a:t>
            </a:r>
            <a:r>
              <a:rPr lang="en-US" altLang="ja-JP" sz="2800" b="0" kern="0" dirty="0">
                <a:ea typeface="ＭＳ Ｐゴシック" pitchFamily="80" charset="-128"/>
                <a:cs typeface="+mn-cs"/>
                <a:sym typeface="Symbol" pitchFamily="18" charset="2"/>
              </a:rPr>
              <a:t>&amp;</a:t>
            </a:r>
            <a:r>
              <a:rPr lang="ja-JP" altLang="en-US" sz="2800" b="0" dirty="0">
                <a:ea typeface="ＭＳ Ｐゴシック" pitchFamily="80" charset="-128"/>
                <a:cs typeface="+mn-cs"/>
                <a:sym typeface="Symbol" pitchFamily="18" charset="2"/>
              </a:rPr>
              <a:t>は、</a:t>
            </a:r>
            <a:r>
              <a:rPr lang="en-US" altLang="ja-JP" sz="2800" b="0" kern="0" dirty="0">
                <a:ea typeface="ＭＳ Ｐゴシック" pitchFamily="80" charset="-128"/>
                <a:cs typeface="+mn-cs"/>
                <a:sym typeface="Symbol" pitchFamily="18" charset="2"/>
              </a:rPr>
              <a:t> e : </a:t>
            </a:r>
            <a:r>
              <a:rPr lang="ja-JP" altLang="en-US" sz="2800" b="0" kern="0" dirty="0">
                <a:ea typeface="ＭＳ Ｐゴシック" pitchFamily="80" charset="-128"/>
                <a:cs typeface="+mn-cs"/>
                <a:sym typeface="Symbol" pitchFamily="18" charset="2"/>
              </a:rPr>
              <a:t> </a:t>
            </a:r>
            <a:r>
              <a:rPr lang="en-US" altLang="ja-JP" sz="2800" b="0" kern="0" dirty="0">
                <a:ea typeface="ＭＳ Ｐゴシック" pitchFamily="80" charset="-128"/>
                <a:cs typeface="+mn-cs"/>
                <a:sym typeface="Symbol" pitchFamily="18" charset="2"/>
              </a:rPr>
              <a:t>*</a:t>
            </a:r>
            <a:r>
              <a:rPr lang="ja-JP" altLang="en-US" sz="2800" b="0" kern="0" dirty="0">
                <a:ea typeface="ＭＳ Ｐゴシック" pitchFamily="80" charset="-128"/>
                <a:cs typeface="+mn-cs"/>
                <a:sym typeface="Symbol" pitchFamily="18" charset="2"/>
              </a:rPr>
              <a:t>かつ</a:t>
            </a:r>
            <a:r>
              <a:rPr lang="en-US" altLang="ja-JP" sz="2800" b="0" kern="0" dirty="0">
                <a:ea typeface="ＭＳ Ｐゴシック" pitchFamily="80" charset="-128"/>
                <a:cs typeface="+mn-cs"/>
                <a:sym typeface="Symbol" pitchFamily="18" charset="2"/>
              </a:rPr>
              <a:t>e</a:t>
            </a:r>
            <a:r>
              <a:rPr lang="ja-JP" altLang="en-US" sz="2800" b="0" kern="0" dirty="0">
                <a:ea typeface="ＭＳ Ｐゴシック" pitchFamily="80" charset="-128"/>
                <a:cs typeface="+mn-cs"/>
                <a:sym typeface="Symbol" pitchFamily="18" charset="2"/>
              </a:rPr>
              <a:t>は左辺値（アドレス）を持たないことを表すものとする。</a:t>
            </a:r>
            <a:endParaRPr lang="en-US" altLang="ja-JP" sz="2800" b="0" kern="0" dirty="0">
              <a:ea typeface="ＭＳ Ｐゴシック" pitchFamily="80" charset="-128"/>
              <a:cs typeface="+mn-cs"/>
            </a:endParaRPr>
          </a:p>
        </p:txBody>
      </p:sp>
      <p:sp>
        <p:nvSpPr>
          <p:cNvPr id="34822" name="テキスト ボックス 6"/>
          <p:cNvSpPr txBox="1">
            <a:spLocks noChangeArrowheads="1"/>
          </p:cNvSpPr>
          <p:nvPr/>
        </p:nvSpPr>
        <p:spPr bwMode="auto">
          <a:xfrm>
            <a:off x="428625" y="5357813"/>
            <a:ext cx="8215313" cy="954087"/>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r>
              <a:rPr lang="ja-JP" altLang="en-US" sz="2800" b="0"/>
              <a:t>この推論規則は、一番外側が配列型であれば、それをポインタ型に変更してもよいということを表している。</a:t>
            </a:r>
            <a:endParaRPr lang="en-US" altLang="ja-JP" sz="2800" b="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タイトル 1"/>
          <p:cNvSpPr>
            <a:spLocks noGrp="1"/>
          </p:cNvSpPr>
          <p:nvPr>
            <p:ph type="title"/>
          </p:nvPr>
        </p:nvSpPr>
        <p:spPr>
          <a:xfrm>
            <a:off x="714375" y="285750"/>
            <a:ext cx="7772400" cy="1143000"/>
          </a:xfrm>
        </p:spPr>
        <p:txBody>
          <a:bodyPr/>
          <a:lstStyle/>
          <a:p>
            <a:r>
              <a:rPr lang="ja-JP" altLang="en-US">
                <a:latin typeface="Arial" charset="0"/>
                <a:ea typeface="ＭＳ Ｐゴシック" charset="0"/>
              </a:rPr>
              <a:t>代入演算子 </a:t>
            </a:r>
            <a:r>
              <a:rPr lang="en-US" altLang="ja-JP">
                <a:latin typeface="Arial" charset="0"/>
                <a:ea typeface="ＭＳ Ｐゴシック" charset="0"/>
              </a:rPr>
              <a:t>= </a:t>
            </a:r>
            <a:r>
              <a:rPr lang="ja-JP" altLang="en-US">
                <a:latin typeface="Arial" charset="0"/>
                <a:ea typeface="ＭＳ Ｐゴシック" charset="0"/>
              </a:rPr>
              <a:t>について</a:t>
            </a:r>
          </a:p>
        </p:txBody>
      </p:sp>
      <p:sp>
        <p:nvSpPr>
          <p:cNvPr id="35842" name="コンテンツ プレースホルダ 10"/>
          <p:cNvSpPr>
            <a:spLocks noGrp="1"/>
          </p:cNvSpPr>
          <p:nvPr>
            <p:ph idx="1"/>
          </p:nvPr>
        </p:nvSpPr>
        <p:spPr>
          <a:xfrm>
            <a:off x="460002" y="1634505"/>
            <a:ext cx="8504486" cy="570359"/>
          </a:xfrm>
        </p:spPr>
        <p:txBody>
          <a:bodyPr/>
          <a:lstStyle/>
          <a:p>
            <a:pPr marL="0" indent="0">
              <a:buFontTx/>
              <a:buNone/>
            </a:pPr>
            <a:r>
              <a:rPr lang="ja-JP" altLang="en-US" sz="2800" dirty="0">
                <a:latin typeface="Arial" charset="0"/>
                <a:ea typeface="ＭＳ Ｐゴシック" charset="0"/>
              </a:rPr>
              <a:t>代入演算子 </a:t>
            </a:r>
            <a:r>
              <a:rPr lang="en-US" altLang="ja-JP" sz="2800" dirty="0">
                <a:latin typeface="Arial" charset="0"/>
                <a:ea typeface="ＭＳ Ｐゴシック" charset="0"/>
              </a:rPr>
              <a:t>= </a:t>
            </a:r>
            <a:r>
              <a:rPr lang="ja-JP" altLang="en-US" sz="2800" dirty="0">
                <a:latin typeface="Arial" charset="0"/>
                <a:ea typeface="ＭＳ Ｐゴシック" charset="0"/>
              </a:rPr>
              <a:t>について、以下の推論規則を追加する。</a:t>
            </a:r>
            <a:endParaRPr lang="en-US" altLang="ja-JP" sz="2800" dirty="0">
              <a:latin typeface="Arial" charset="0"/>
              <a:ea typeface="ＭＳ Ｐゴシック" charset="0"/>
            </a:endParaRPr>
          </a:p>
        </p:txBody>
      </p:sp>
      <p:sp>
        <p:nvSpPr>
          <p:cNvPr id="35843" name="コンテンツ プレースホルダ 2"/>
          <p:cNvSpPr txBox="1">
            <a:spLocks/>
          </p:cNvSpPr>
          <p:nvPr/>
        </p:nvSpPr>
        <p:spPr bwMode="auto">
          <a:xfrm>
            <a:off x="1400175" y="2481263"/>
            <a:ext cx="2886075" cy="1233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pPr eaLnBrk="0" hangingPunct="0">
              <a:spcBef>
                <a:spcPct val="20000"/>
              </a:spcBef>
            </a:pPr>
            <a:r>
              <a:rPr lang="en-US" altLang="ja-JP" sz="3200" b="0"/>
              <a:t> e : </a:t>
            </a:r>
            <a:r>
              <a:rPr lang="en-US" altLang="ja-JP" sz="3200" b="0">
                <a:sym typeface="Symbol" charset="0"/>
              </a:rPr>
              <a:t></a:t>
            </a:r>
            <a:r>
              <a:rPr lang="ja-JP" altLang="en-US" sz="3200" b="0">
                <a:sym typeface="Symbol" charset="0"/>
              </a:rPr>
              <a:t>     </a:t>
            </a:r>
            <a:r>
              <a:rPr lang="en-US" altLang="ja-JP" sz="3200" b="0"/>
              <a:t>e’ : </a:t>
            </a:r>
            <a:r>
              <a:rPr lang="en-US" altLang="ja-JP" sz="3200" b="0">
                <a:sym typeface="Symbol" charset="0"/>
              </a:rPr>
              <a:t></a:t>
            </a:r>
            <a:r>
              <a:rPr lang="ja-JP" altLang="en-US" sz="3200" b="0">
                <a:sym typeface="Symbol" charset="0"/>
              </a:rPr>
              <a:t> </a:t>
            </a:r>
            <a:endParaRPr lang="en-US" altLang="ja-JP" sz="3200" b="0">
              <a:sym typeface="Symbol" charset="0"/>
            </a:endParaRPr>
          </a:p>
          <a:p>
            <a:pPr eaLnBrk="0" hangingPunct="0">
              <a:spcBef>
                <a:spcPct val="20000"/>
              </a:spcBef>
            </a:pPr>
            <a:r>
              <a:rPr lang="en-US" altLang="ja-JP" sz="3200" b="0">
                <a:sym typeface="Symbol" charset="0"/>
              </a:rPr>
              <a:t>   e = e’   : </a:t>
            </a:r>
            <a:r>
              <a:rPr lang="ja-JP" altLang="en-US" sz="3200" b="0">
                <a:sym typeface="Symbol" charset="0"/>
              </a:rPr>
              <a:t> </a:t>
            </a:r>
            <a:endParaRPr lang="en-US" altLang="ja-JP" sz="3200" b="0"/>
          </a:p>
        </p:txBody>
      </p:sp>
      <p:cxnSp>
        <p:nvCxnSpPr>
          <p:cNvPr id="35844" name="直線コネクタ 6"/>
          <p:cNvCxnSpPr>
            <a:cxnSpLocks noChangeShapeType="1"/>
          </p:cNvCxnSpPr>
          <p:nvPr/>
        </p:nvCxnSpPr>
        <p:spPr bwMode="auto">
          <a:xfrm flipV="1">
            <a:off x="1400175" y="3071813"/>
            <a:ext cx="2600325" cy="158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sp>
        <p:nvSpPr>
          <p:cNvPr id="35845" name="テキスト ボックス 8"/>
          <p:cNvSpPr txBox="1">
            <a:spLocks noChangeArrowheads="1"/>
          </p:cNvSpPr>
          <p:nvPr/>
        </p:nvSpPr>
        <p:spPr bwMode="auto">
          <a:xfrm>
            <a:off x="500063" y="4071938"/>
            <a:ext cx="8072437" cy="9541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r>
              <a:rPr lang="ja-JP" altLang="en-US" sz="2800" b="0" dirty="0"/>
              <a:t>ただし、</a:t>
            </a:r>
            <a:r>
              <a:rPr lang="en-US" altLang="ja-JP" sz="2800" b="0" dirty="0"/>
              <a:t>e</a:t>
            </a:r>
            <a:r>
              <a:rPr lang="ja-JP" altLang="en-US" sz="2800" b="0" dirty="0"/>
              <a:t>は左辺値を持つ式であり、かつ定数ではない（宣言に</a:t>
            </a:r>
            <a:r>
              <a:rPr lang="en-US" altLang="ja-JP" sz="2800" b="0" dirty="0" err="1"/>
              <a:t>const</a:t>
            </a:r>
            <a:r>
              <a:rPr lang="ja-JP" altLang="en-US" sz="2800" b="0" dirty="0"/>
              <a:t>修飾子がついている変数ではない）。</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タイトル 1"/>
          <p:cNvSpPr>
            <a:spLocks noGrp="1"/>
          </p:cNvSpPr>
          <p:nvPr>
            <p:ph type="title"/>
          </p:nvPr>
        </p:nvSpPr>
        <p:spPr>
          <a:xfrm>
            <a:off x="714375" y="285750"/>
            <a:ext cx="7772400" cy="1143000"/>
          </a:xfrm>
        </p:spPr>
        <p:txBody>
          <a:bodyPr/>
          <a:lstStyle/>
          <a:p>
            <a:r>
              <a:rPr lang="ja-JP" altLang="en-US">
                <a:latin typeface="Arial" charset="0"/>
                <a:ea typeface="ＭＳ Ｐゴシック" charset="0"/>
              </a:rPr>
              <a:t>演算子</a:t>
            </a:r>
            <a:r>
              <a:rPr lang="en-US" altLang="ja-JP">
                <a:latin typeface="Arial" charset="0"/>
                <a:ea typeface="ＭＳ Ｐゴシック" charset="0"/>
              </a:rPr>
              <a:t>&amp;</a:t>
            </a:r>
            <a:r>
              <a:rPr lang="ja-JP" altLang="en-US">
                <a:latin typeface="Arial" charset="0"/>
                <a:ea typeface="ＭＳ Ｐゴシック" charset="0"/>
              </a:rPr>
              <a:t>について</a:t>
            </a:r>
          </a:p>
        </p:txBody>
      </p:sp>
      <p:sp>
        <p:nvSpPr>
          <p:cNvPr id="36866" name="コンテンツ プレースホルダ 10"/>
          <p:cNvSpPr>
            <a:spLocks noGrp="1"/>
          </p:cNvSpPr>
          <p:nvPr>
            <p:ph idx="1"/>
          </p:nvPr>
        </p:nvSpPr>
        <p:spPr>
          <a:xfrm>
            <a:off x="714375" y="1643063"/>
            <a:ext cx="7772400" cy="714375"/>
          </a:xfrm>
        </p:spPr>
        <p:txBody>
          <a:bodyPr/>
          <a:lstStyle/>
          <a:p>
            <a:pPr>
              <a:buFontTx/>
              <a:buNone/>
            </a:pPr>
            <a:r>
              <a:rPr lang="ja-JP" altLang="en-US" sz="2800" dirty="0">
                <a:latin typeface="Arial" charset="0"/>
                <a:ea typeface="ＭＳ Ｐゴシック" charset="0"/>
              </a:rPr>
              <a:t>演算子</a:t>
            </a:r>
            <a:r>
              <a:rPr lang="en-US" altLang="ja-JP" sz="2800" dirty="0">
                <a:latin typeface="Arial" charset="0"/>
                <a:ea typeface="ＭＳ Ｐゴシック" charset="0"/>
              </a:rPr>
              <a:t>&amp;</a:t>
            </a:r>
            <a:r>
              <a:rPr lang="ja-JP" altLang="en-US" sz="2800" dirty="0">
                <a:latin typeface="Arial" charset="0"/>
                <a:ea typeface="ＭＳ Ｐゴシック" charset="0"/>
              </a:rPr>
              <a:t>について以下の推論規則を追加する。</a:t>
            </a:r>
            <a:endParaRPr lang="en-US" altLang="ja-JP" sz="2800" dirty="0">
              <a:latin typeface="Arial" charset="0"/>
              <a:ea typeface="ＭＳ Ｐゴシック" charset="0"/>
            </a:endParaRPr>
          </a:p>
        </p:txBody>
      </p:sp>
      <p:sp>
        <p:nvSpPr>
          <p:cNvPr id="9" name="テキスト ボックス 8"/>
          <p:cNvSpPr txBox="1"/>
          <p:nvPr/>
        </p:nvSpPr>
        <p:spPr>
          <a:xfrm>
            <a:off x="500063" y="4201269"/>
            <a:ext cx="8072437" cy="523875"/>
          </a:xfrm>
          <a:prstGeom prst="rect">
            <a:avLst/>
          </a:prstGeom>
          <a:noFill/>
        </p:spPr>
        <p:txBody>
          <a:bodyPr>
            <a:spAutoFit/>
          </a:bodyPr>
          <a:lstStyle/>
          <a:p>
            <a:pPr>
              <a:defRPr/>
            </a:pPr>
            <a:r>
              <a:rPr lang="ja-JP" altLang="en-US" sz="2800" b="0" dirty="0">
                <a:ea typeface="ＭＳ Ｐゴシック" pitchFamily="80" charset="-128"/>
                <a:cs typeface="+mn-cs"/>
              </a:rPr>
              <a:t>ただし、</a:t>
            </a:r>
            <a:r>
              <a:rPr lang="en-US" altLang="ja-JP" sz="2800" b="0" kern="0" dirty="0">
                <a:ea typeface="ＭＳ Ｐゴシック" pitchFamily="80" charset="-128"/>
                <a:cs typeface="+mn-cs"/>
                <a:sym typeface="Symbol" pitchFamily="18" charset="2"/>
              </a:rPr>
              <a:t> </a:t>
            </a:r>
            <a:r>
              <a:rPr lang="ja-JP" altLang="en-US" sz="2800" b="0" kern="0" dirty="0">
                <a:ea typeface="ＭＳ Ｐゴシック" pitchFamily="80" charset="-128"/>
                <a:cs typeface="+mn-cs"/>
                <a:sym typeface="Symbol" pitchFamily="18" charset="2"/>
              </a:rPr>
              <a:t>の一番右側（一番外側）は</a:t>
            </a:r>
            <a:r>
              <a:rPr lang="en-US" altLang="ja-JP" sz="2800" b="0" kern="0" dirty="0">
                <a:ea typeface="ＭＳ Ｐゴシック" pitchFamily="80" charset="-128"/>
                <a:cs typeface="+mn-cs"/>
                <a:sym typeface="Symbol" pitchFamily="18" charset="2"/>
              </a:rPr>
              <a:t>&amp;</a:t>
            </a:r>
            <a:r>
              <a:rPr lang="ja-JP" altLang="en-US" sz="2800" b="0" kern="0" dirty="0">
                <a:ea typeface="ＭＳ Ｐゴシック" pitchFamily="80" charset="-128"/>
                <a:cs typeface="+mn-cs"/>
                <a:sym typeface="Symbol" pitchFamily="18" charset="2"/>
              </a:rPr>
              <a:t>ではない。</a:t>
            </a:r>
            <a:endParaRPr lang="ja-JP" altLang="en-US" sz="2800" b="0" dirty="0">
              <a:ea typeface="ＭＳ Ｐゴシック" pitchFamily="80" charset="-128"/>
              <a:cs typeface="+mn-cs"/>
            </a:endParaRPr>
          </a:p>
        </p:txBody>
      </p:sp>
      <p:sp>
        <p:nvSpPr>
          <p:cNvPr id="36868" name="コンテンツ プレースホルダ 2"/>
          <p:cNvSpPr txBox="1">
            <a:spLocks/>
          </p:cNvSpPr>
          <p:nvPr/>
        </p:nvSpPr>
        <p:spPr bwMode="auto">
          <a:xfrm>
            <a:off x="357188" y="2467719"/>
            <a:ext cx="1957387" cy="1376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pPr eaLnBrk="0" hangingPunct="0">
              <a:spcBef>
                <a:spcPct val="20000"/>
              </a:spcBef>
            </a:pPr>
            <a:r>
              <a:rPr lang="en-US" altLang="ja-JP" sz="3200" b="0"/>
              <a:t> </a:t>
            </a:r>
            <a:r>
              <a:rPr lang="ja-JP" altLang="en-US" sz="3200" b="0"/>
              <a:t>   </a:t>
            </a:r>
            <a:r>
              <a:rPr lang="en-US" altLang="ja-JP" sz="3200" b="0"/>
              <a:t>e : </a:t>
            </a:r>
            <a:r>
              <a:rPr lang="en-US" altLang="ja-JP" sz="3200" b="0">
                <a:sym typeface="Symbol" charset="0"/>
              </a:rPr>
              <a:t></a:t>
            </a:r>
          </a:p>
          <a:p>
            <a:pPr eaLnBrk="0" hangingPunct="0">
              <a:spcBef>
                <a:spcPct val="20000"/>
              </a:spcBef>
            </a:pPr>
            <a:r>
              <a:rPr lang="ja-JP" altLang="en-US" sz="3200" b="0">
                <a:sym typeface="Symbol" charset="0"/>
              </a:rPr>
              <a:t> </a:t>
            </a:r>
            <a:r>
              <a:rPr lang="en-US" altLang="ja-JP" sz="3200" b="0">
                <a:sym typeface="Symbol" charset="0"/>
              </a:rPr>
              <a:t>&amp;e : </a:t>
            </a:r>
            <a:r>
              <a:rPr lang="ja-JP" altLang="en-US" sz="3200" b="0">
                <a:sym typeface="Symbol" charset="0"/>
              </a:rPr>
              <a:t> </a:t>
            </a:r>
            <a:r>
              <a:rPr lang="en-US" altLang="ja-JP" sz="3200" b="0">
                <a:sym typeface="Symbol" charset="0"/>
              </a:rPr>
              <a:t>&amp;</a:t>
            </a:r>
            <a:endParaRPr lang="en-US" altLang="ja-JP" sz="3200" b="0"/>
          </a:p>
        </p:txBody>
      </p:sp>
      <p:cxnSp>
        <p:nvCxnSpPr>
          <p:cNvPr id="36869" name="直線コネクタ 6"/>
          <p:cNvCxnSpPr>
            <a:cxnSpLocks noChangeShapeType="1"/>
          </p:cNvCxnSpPr>
          <p:nvPr/>
        </p:nvCxnSpPr>
        <p:spPr bwMode="auto">
          <a:xfrm flipV="1">
            <a:off x="357188" y="3058269"/>
            <a:ext cx="1857375" cy="158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sp>
        <p:nvSpPr>
          <p:cNvPr id="36870" name="コンテンツ プレースホルダ 2"/>
          <p:cNvSpPr txBox="1">
            <a:spLocks/>
          </p:cNvSpPr>
          <p:nvPr/>
        </p:nvSpPr>
        <p:spPr bwMode="auto">
          <a:xfrm>
            <a:off x="2957513" y="2486769"/>
            <a:ext cx="1957387" cy="1376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pPr eaLnBrk="0" hangingPunct="0">
              <a:spcBef>
                <a:spcPct val="20000"/>
              </a:spcBef>
            </a:pPr>
            <a:r>
              <a:rPr lang="en-US" altLang="ja-JP" sz="3200" b="0"/>
              <a:t> e : </a:t>
            </a:r>
            <a:r>
              <a:rPr lang="en-US" altLang="ja-JP" sz="3200" b="0">
                <a:sym typeface="Symbol" charset="0"/>
              </a:rPr>
              <a:t></a:t>
            </a:r>
            <a:r>
              <a:rPr lang="ja-JP" altLang="en-US" sz="3200" b="0">
                <a:sym typeface="Symbol" charset="0"/>
              </a:rPr>
              <a:t> </a:t>
            </a:r>
            <a:r>
              <a:rPr lang="en-US" altLang="ja-JP" sz="3200" b="0">
                <a:sym typeface="Symbol" charset="0"/>
              </a:rPr>
              <a:t>&amp;</a:t>
            </a:r>
          </a:p>
          <a:p>
            <a:pPr eaLnBrk="0" hangingPunct="0">
              <a:spcBef>
                <a:spcPct val="20000"/>
              </a:spcBef>
            </a:pPr>
            <a:r>
              <a:rPr lang="en-US" altLang="ja-JP" sz="3200" b="0">
                <a:sym typeface="Symbol" charset="0"/>
              </a:rPr>
              <a:t> * e  : </a:t>
            </a:r>
            <a:r>
              <a:rPr lang="ja-JP" altLang="en-US" sz="3200" b="0">
                <a:sym typeface="Symbol" charset="0"/>
              </a:rPr>
              <a:t> </a:t>
            </a:r>
            <a:endParaRPr lang="en-US" altLang="ja-JP" sz="3200" b="0"/>
          </a:p>
        </p:txBody>
      </p:sp>
      <p:cxnSp>
        <p:nvCxnSpPr>
          <p:cNvPr id="36871" name="直線コネクタ 19"/>
          <p:cNvCxnSpPr>
            <a:cxnSpLocks noChangeShapeType="1"/>
          </p:cNvCxnSpPr>
          <p:nvPr/>
        </p:nvCxnSpPr>
        <p:spPr bwMode="auto">
          <a:xfrm rot="10800000" flipH="1">
            <a:off x="2743200" y="3058269"/>
            <a:ext cx="1957388" cy="158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sp>
        <p:nvSpPr>
          <p:cNvPr id="36872" name="コンテンツ プレースホルダ 2"/>
          <p:cNvSpPr txBox="1">
            <a:spLocks/>
          </p:cNvSpPr>
          <p:nvPr/>
        </p:nvSpPr>
        <p:spPr bwMode="auto">
          <a:xfrm>
            <a:off x="5457825" y="2486769"/>
            <a:ext cx="3214688" cy="1376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pPr eaLnBrk="0" hangingPunct="0">
              <a:spcBef>
                <a:spcPct val="20000"/>
              </a:spcBef>
            </a:pPr>
            <a:r>
              <a:rPr lang="en-US" altLang="ja-JP" sz="3200" b="0"/>
              <a:t> e : </a:t>
            </a:r>
            <a:r>
              <a:rPr lang="en-US" altLang="ja-JP" sz="3200" b="0">
                <a:sym typeface="Symbol" charset="0"/>
              </a:rPr>
              <a:t></a:t>
            </a:r>
            <a:r>
              <a:rPr lang="ja-JP" altLang="en-US" sz="3200" b="0">
                <a:sym typeface="Symbol" charset="0"/>
              </a:rPr>
              <a:t> </a:t>
            </a:r>
            <a:r>
              <a:rPr lang="en-US" altLang="ja-JP" sz="3200" b="0">
                <a:sym typeface="Symbol" charset="0"/>
              </a:rPr>
              <a:t>*     e’ : </a:t>
            </a:r>
            <a:r>
              <a:rPr lang="ja-JP" altLang="en-US" sz="3200" b="0">
                <a:sym typeface="Symbol" charset="0"/>
              </a:rPr>
              <a:t> </a:t>
            </a:r>
            <a:r>
              <a:rPr lang="en-US" altLang="ja-JP" sz="3200" b="0">
                <a:sym typeface="Symbol" charset="0"/>
              </a:rPr>
              <a:t>&amp; </a:t>
            </a:r>
          </a:p>
          <a:p>
            <a:pPr eaLnBrk="0" hangingPunct="0">
              <a:spcBef>
                <a:spcPct val="20000"/>
              </a:spcBef>
            </a:pPr>
            <a:r>
              <a:rPr lang="en-US" altLang="ja-JP" sz="3200" b="0">
                <a:sym typeface="Symbol" charset="0"/>
              </a:rPr>
              <a:t> e  = e’   : </a:t>
            </a:r>
            <a:r>
              <a:rPr lang="ja-JP" altLang="en-US" sz="3200" b="0">
                <a:sym typeface="Symbol" charset="0"/>
              </a:rPr>
              <a:t> </a:t>
            </a:r>
            <a:r>
              <a:rPr lang="en-US" altLang="ja-JP" sz="3200" b="0">
                <a:sym typeface="Symbol" charset="0"/>
              </a:rPr>
              <a:t>&amp;</a:t>
            </a:r>
            <a:endParaRPr lang="en-US" altLang="ja-JP" sz="3200" b="0"/>
          </a:p>
        </p:txBody>
      </p:sp>
      <p:cxnSp>
        <p:nvCxnSpPr>
          <p:cNvPr id="36873" name="直線コネクタ 21"/>
          <p:cNvCxnSpPr>
            <a:cxnSpLocks noChangeShapeType="1"/>
          </p:cNvCxnSpPr>
          <p:nvPr/>
        </p:nvCxnSpPr>
        <p:spPr bwMode="auto">
          <a:xfrm flipV="1">
            <a:off x="5243513" y="3058269"/>
            <a:ext cx="3429000" cy="158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タイトル 1"/>
          <p:cNvSpPr>
            <a:spLocks noGrp="1"/>
          </p:cNvSpPr>
          <p:nvPr>
            <p:ph type="title"/>
          </p:nvPr>
        </p:nvSpPr>
        <p:spPr>
          <a:xfrm>
            <a:off x="714375" y="285750"/>
            <a:ext cx="7772400" cy="1143000"/>
          </a:xfrm>
        </p:spPr>
        <p:txBody>
          <a:bodyPr/>
          <a:lstStyle/>
          <a:p>
            <a:r>
              <a:rPr lang="ja-JP" altLang="en-US">
                <a:latin typeface="Arial" charset="0"/>
                <a:ea typeface="ＭＳ Ｐゴシック" charset="0"/>
              </a:rPr>
              <a:t>最初の例</a:t>
            </a:r>
          </a:p>
        </p:txBody>
      </p:sp>
      <p:sp>
        <p:nvSpPr>
          <p:cNvPr id="37890" name="コンテンツ プレースホルダ 10"/>
          <p:cNvSpPr>
            <a:spLocks noGrp="1"/>
          </p:cNvSpPr>
          <p:nvPr>
            <p:ph idx="1"/>
          </p:nvPr>
        </p:nvSpPr>
        <p:spPr>
          <a:xfrm>
            <a:off x="428624" y="1424905"/>
            <a:ext cx="7887791" cy="2714625"/>
          </a:xfrm>
        </p:spPr>
        <p:txBody>
          <a:bodyPr/>
          <a:lstStyle/>
          <a:p>
            <a:pPr marL="0" indent="0">
              <a:buFontTx/>
              <a:buNone/>
            </a:pPr>
            <a:r>
              <a:rPr lang="en-US" altLang="ja-JP" sz="2800" dirty="0">
                <a:latin typeface="Arial" charset="0"/>
                <a:ea typeface="ＭＳ Ｐゴシック" charset="0"/>
              </a:rPr>
              <a:t>C</a:t>
            </a:r>
            <a:r>
              <a:rPr lang="ja-JP" altLang="en-US" sz="2800" dirty="0">
                <a:latin typeface="Arial" charset="0"/>
                <a:ea typeface="ＭＳ Ｐゴシック" charset="0"/>
              </a:rPr>
              <a:t>言語の変数宣言</a:t>
            </a:r>
            <a:r>
              <a:rPr lang="en-US" altLang="ja-JP" sz="2800" dirty="0">
                <a:latin typeface="Arial" charset="0"/>
                <a:ea typeface="ＭＳ Ｐゴシック" charset="0"/>
              </a:rPr>
              <a:t> </a:t>
            </a:r>
          </a:p>
          <a:p>
            <a:pPr marL="0" indent="0">
              <a:buFontTx/>
              <a:buNone/>
            </a:pPr>
            <a:r>
              <a:rPr lang="en-US" altLang="ja-JP" sz="2800" dirty="0">
                <a:latin typeface="Arial" charset="0"/>
                <a:ea typeface="ＭＳ Ｐゴシック" charset="0"/>
              </a:rPr>
              <a:t>    a : </a:t>
            </a:r>
            <a:r>
              <a:rPr lang="en-US" altLang="ja-JP" sz="2800" dirty="0" err="1">
                <a:latin typeface="Arial" charset="0"/>
                <a:ea typeface="ＭＳ Ｐゴシック" charset="0"/>
              </a:rPr>
              <a:t>int</a:t>
            </a:r>
            <a:r>
              <a:rPr lang="en-US" altLang="ja-JP" sz="2800" dirty="0">
                <a:latin typeface="Arial" charset="0"/>
                <a:ea typeface="ＭＳ Ｐゴシック" charset="0"/>
              </a:rPr>
              <a:t> [13] *</a:t>
            </a:r>
          </a:p>
          <a:p>
            <a:pPr marL="0" indent="0">
              <a:buFontTx/>
              <a:buNone/>
            </a:pPr>
            <a:r>
              <a:rPr lang="en-US" altLang="ja-JP" sz="2800" dirty="0">
                <a:latin typeface="Arial" charset="0"/>
                <a:ea typeface="ＭＳ Ｐゴシック" charset="0"/>
              </a:rPr>
              <a:t>    b : </a:t>
            </a:r>
            <a:r>
              <a:rPr lang="en-US" altLang="ja-JP" sz="2800" dirty="0" err="1">
                <a:latin typeface="Arial" charset="0"/>
                <a:ea typeface="ＭＳ Ｐゴシック" charset="0"/>
              </a:rPr>
              <a:t>int</a:t>
            </a:r>
            <a:r>
              <a:rPr lang="en-US" altLang="ja-JP" sz="2800" dirty="0">
                <a:latin typeface="Arial" charset="0"/>
                <a:ea typeface="ＭＳ Ｐゴシック" charset="0"/>
              </a:rPr>
              <a:t> [13] [2]</a:t>
            </a:r>
          </a:p>
          <a:p>
            <a:pPr marL="0" indent="0">
              <a:buFontTx/>
              <a:buNone/>
            </a:pPr>
            <a:r>
              <a:rPr lang="ja-JP" altLang="en-US" sz="2800" dirty="0">
                <a:latin typeface="Arial" charset="0"/>
                <a:ea typeface="ＭＳ Ｐゴシック" charset="0"/>
              </a:rPr>
              <a:t>のもとで、代入式</a:t>
            </a:r>
            <a:r>
              <a:rPr lang="en-US" altLang="ja-JP" sz="2800" dirty="0">
                <a:latin typeface="Arial" charset="0"/>
                <a:ea typeface="ＭＳ Ｐゴシック" charset="0"/>
              </a:rPr>
              <a:t> a = b </a:t>
            </a:r>
            <a:r>
              <a:rPr lang="ja-JP" altLang="en-US" sz="2800" dirty="0">
                <a:latin typeface="Arial" charset="0"/>
                <a:ea typeface="ＭＳ Ｐゴシック" charset="0"/>
              </a:rPr>
              <a:t>が型について整合性があることを以下のようにして確認できる。</a:t>
            </a:r>
            <a:endParaRPr lang="en-US" altLang="ja-JP" sz="2800" dirty="0">
              <a:latin typeface="Arial" charset="0"/>
              <a:ea typeface="ＭＳ Ｐゴシック" charset="0"/>
            </a:endParaRPr>
          </a:p>
        </p:txBody>
      </p:sp>
      <p:sp>
        <p:nvSpPr>
          <p:cNvPr id="37891" name="テキスト ボックス 13"/>
          <p:cNvSpPr txBox="1">
            <a:spLocks noChangeArrowheads="1"/>
          </p:cNvSpPr>
          <p:nvPr/>
        </p:nvSpPr>
        <p:spPr bwMode="auto">
          <a:xfrm>
            <a:off x="4357688" y="4425280"/>
            <a:ext cx="2398712" cy="9540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r>
              <a:rPr lang="en-US" altLang="ja-JP" sz="2800" b="0"/>
              <a:t> b : int [13] [2]</a:t>
            </a:r>
          </a:p>
          <a:p>
            <a:r>
              <a:rPr lang="en-US" altLang="ja-JP" sz="2800" b="0"/>
              <a:t> b : int [13] &amp;</a:t>
            </a:r>
            <a:endParaRPr lang="ja-JP" altLang="en-US" sz="2800" b="0"/>
          </a:p>
        </p:txBody>
      </p:sp>
      <p:sp>
        <p:nvSpPr>
          <p:cNvPr id="37892" name="テキスト ボックス 14"/>
          <p:cNvSpPr txBox="1">
            <a:spLocks noChangeArrowheads="1"/>
          </p:cNvSpPr>
          <p:nvPr/>
        </p:nvSpPr>
        <p:spPr bwMode="auto">
          <a:xfrm>
            <a:off x="1384300" y="4853905"/>
            <a:ext cx="2108200"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r>
              <a:rPr lang="en-US" altLang="ja-JP" sz="2800" b="0"/>
              <a:t> a : int [13] *</a:t>
            </a:r>
            <a:endParaRPr lang="ja-JP" altLang="en-US" sz="2800" b="0"/>
          </a:p>
        </p:txBody>
      </p:sp>
      <p:sp>
        <p:nvSpPr>
          <p:cNvPr id="37893" name="テキスト ボックス 15"/>
          <p:cNvSpPr txBox="1">
            <a:spLocks noChangeArrowheads="1"/>
          </p:cNvSpPr>
          <p:nvPr/>
        </p:nvSpPr>
        <p:spPr bwMode="auto">
          <a:xfrm>
            <a:off x="2730500" y="5425405"/>
            <a:ext cx="2849563"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kumimoji="1" sz="2400" b="1">
                <a:solidFill>
                  <a:schemeClr val="tx1"/>
                </a:solidFill>
                <a:latin typeface="Arial" charset="0"/>
                <a:ea typeface="ＭＳ Ｐゴシック" charset="0"/>
                <a:cs typeface="ＭＳ Ｐゴシック" charset="0"/>
              </a:defRPr>
            </a:lvl1pPr>
            <a:lvl2pPr marL="742950" indent="-285750">
              <a:defRPr kumimoji="1" sz="2400" b="1">
                <a:solidFill>
                  <a:schemeClr val="tx1"/>
                </a:solidFill>
                <a:latin typeface="Arial" charset="0"/>
                <a:ea typeface="ＭＳ Ｐゴシック" charset="0"/>
              </a:defRPr>
            </a:lvl2pPr>
            <a:lvl3pPr marL="1143000" indent="-228600">
              <a:defRPr kumimoji="1" sz="2400" b="1">
                <a:solidFill>
                  <a:schemeClr val="tx1"/>
                </a:solidFill>
                <a:latin typeface="Arial" charset="0"/>
                <a:ea typeface="ＭＳ Ｐゴシック" charset="0"/>
              </a:defRPr>
            </a:lvl3pPr>
            <a:lvl4pPr marL="1600200" indent="-228600">
              <a:defRPr kumimoji="1" sz="2400" b="1">
                <a:solidFill>
                  <a:schemeClr val="tx1"/>
                </a:solidFill>
                <a:latin typeface="Arial" charset="0"/>
                <a:ea typeface="ＭＳ Ｐゴシック" charset="0"/>
              </a:defRPr>
            </a:lvl4pPr>
            <a:lvl5pPr marL="2057400" indent="-228600">
              <a:defRPr kumimoji="1" sz="2400" b="1">
                <a:solidFill>
                  <a:schemeClr val="tx1"/>
                </a:solidFill>
                <a:latin typeface="Arial" charset="0"/>
                <a:ea typeface="ＭＳ Ｐゴシック" charset="0"/>
              </a:defRPr>
            </a:lvl5pPr>
            <a:lvl6pPr marL="2514600" indent="-228600" fontAlgn="base">
              <a:spcBef>
                <a:spcPct val="0"/>
              </a:spcBef>
              <a:spcAft>
                <a:spcPct val="0"/>
              </a:spcAft>
              <a:defRPr kumimoji="1" sz="2400" b="1">
                <a:solidFill>
                  <a:schemeClr val="tx1"/>
                </a:solidFill>
                <a:latin typeface="Arial" charset="0"/>
                <a:ea typeface="ＭＳ Ｐゴシック" charset="0"/>
              </a:defRPr>
            </a:lvl6pPr>
            <a:lvl7pPr marL="2971800" indent="-228600" fontAlgn="base">
              <a:spcBef>
                <a:spcPct val="0"/>
              </a:spcBef>
              <a:spcAft>
                <a:spcPct val="0"/>
              </a:spcAft>
              <a:defRPr kumimoji="1" sz="2400" b="1">
                <a:solidFill>
                  <a:schemeClr val="tx1"/>
                </a:solidFill>
                <a:latin typeface="Arial" charset="0"/>
                <a:ea typeface="ＭＳ Ｐゴシック" charset="0"/>
              </a:defRPr>
            </a:lvl7pPr>
            <a:lvl8pPr marL="3429000" indent="-228600" fontAlgn="base">
              <a:spcBef>
                <a:spcPct val="0"/>
              </a:spcBef>
              <a:spcAft>
                <a:spcPct val="0"/>
              </a:spcAft>
              <a:defRPr kumimoji="1" sz="2400" b="1">
                <a:solidFill>
                  <a:schemeClr val="tx1"/>
                </a:solidFill>
                <a:latin typeface="Arial" charset="0"/>
                <a:ea typeface="ＭＳ Ｐゴシック" charset="0"/>
              </a:defRPr>
            </a:lvl8pPr>
            <a:lvl9pPr marL="3886200" indent="-228600" fontAlgn="base">
              <a:spcBef>
                <a:spcPct val="0"/>
              </a:spcBef>
              <a:spcAft>
                <a:spcPct val="0"/>
              </a:spcAft>
              <a:defRPr kumimoji="1" sz="2400" b="1">
                <a:solidFill>
                  <a:schemeClr val="tx1"/>
                </a:solidFill>
                <a:latin typeface="Arial" charset="0"/>
                <a:ea typeface="ＭＳ Ｐゴシック" charset="0"/>
              </a:defRPr>
            </a:lvl9pPr>
          </a:lstStyle>
          <a:p>
            <a:r>
              <a:rPr lang="en-US" altLang="ja-JP" sz="2800" b="0"/>
              <a:t> a = b : int [13] &amp;</a:t>
            </a:r>
            <a:endParaRPr lang="ja-JP" altLang="en-US" sz="2800" b="0"/>
          </a:p>
        </p:txBody>
      </p:sp>
      <p:cxnSp>
        <p:nvCxnSpPr>
          <p:cNvPr id="37894" name="直線コネクタ 17"/>
          <p:cNvCxnSpPr>
            <a:cxnSpLocks noChangeShapeType="1"/>
            <a:stCxn id="37891" idx="1"/>
            <a:endCxn id="37891" idx="3"/>
          </p:cNvCxnSpPr>
          <p:nvPr/>
        </p:nvCxnSpPr>
        <p:spPr bwMode="auto">
          <a:xfrm rot="10800000" flipH="1">
            <a:off x="4357688" y="4903118"/>
            <a:ext cx="2398712" cy="158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cxnSp>
        <p:nvCxnSpPr>
          <p:cNvPr id="37895" name="直線コネクタ 21"/>
          <p:cNvCxnSpPr>
            <a:cxnSpLocks noChangeShapeType="1"/>
          </p:cNvCxnSpPr>
          <p:nvPr/>
        </p:nvCxnSpPr>
        <p:spPr bwMode="auto">
          <a:xfrm>
            <a:off x="1214438" y="5353968"/>
            <a:ext cx="5786437" cy="158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タイトル 1"/>
          <p:cNvSpPr>
            <a:spLocks noGrp="1"/>
          </p:cNvSpPr>
          <p:nvPr>
            <p:ph type="title"/>
          </p:nvPr>
        </p:nvSpPr>
        <p:spPr>
          <a:xfrm>
            <a:off x="714375" y="285750"/>
            <a:ext cx="7772400" cy="1143000"/>
          </a:xfrm>
        </p:spPr>
        <p:txBody>
          <a:bodyPr/>
          <a:lstStyle/>
          <a:p>
            <a:r>
              <a:rPr lang="ja-JP" altLang="en-US">
                <a:latin typeface="Arial" charset="0"/>
                <a:ea typeface="ＭＳ Ｐゴシック" charset="0"/>
              </a:rPr>
              <a:t>注意事項</a:t>
            </a:r>
          </a:p>
        </p:txBody>
      </p:sp>
      <p:sp>
        <p:nvSpPr>
          <p:cNvPr id="38914" name="コンテンツ プレースホルダ 10"/>
          <p:cNvSpPr>
            <a:spLocks noGrp="1"/>
          </p:cNvSpPr>
          <p:nvPr>
            <p:ph idx="1"/>
          </p:nvPr>
        </p:nvSpPr>
        <p:spPr>
          <a:xfrm>
            <a:off x="683568" y="1772816"/>
            <a:ext cx="7772400" cy="3082081"/>
          </a:xfrm>
        </p:spPr>
        <p:txBody>
          <a:bodyPr/>
          <a:lstStyle/>
          <a:p>
            <a:pPr marL="0" indent="0">
              <a:buFontTx/>
              <a:buNone/>
            </a:pPr>
            <a:r>
              <a:rPr lang="ja-JP" altLang="en-US" sz="2800" dirty="0">
                <a:latin typeface="Arial" charset="0"/>
                <a:ea typeface="ＭＳ Ｐゴシック" charset="0"/>
              </a:rPr>
              <a:t>実際の</a:t>
            </a:r>
            <a:r>
              <a:rPr lang="en-US" altLang="ja-JP" sz="2800" dirty="0">
                <a:latin typeface="Arial" charset="0"/>
                <a:ea typeface="ＭＳ Ｐゴシック" charset="0"/>
              </a:rPr>
              <a:t>C</a:t>
            </a:r>
            <a:r>
              <a:rPr lang="ja-JP" altLang="en-US" sz="2800" dirty="0">
                <a:latin typeface="Arial" charset="0"/>
                <a:ea typeface="ＭＳ Ｐゴシック" charset="0"/>
              </a:rPr>
              <a:t>言語では、関数に引数がある。その他、構造体、共用体など、今回扱っていない構文がある。</a:t>
            </a:r>
            <a:endParaRPr lang="en-US" altLang="ja-JP" sz="2800" dirty="0">
              <a:latin typeface="Arial" charset="0"/>
              <a:ea typeface="ＭＳ Ｐゴシック" charset="0"/>
            </a:endParaRPr>
          </a:p>
          <a:p>
            <a:pPr marL="0" indent="0">
              <a:buFontTx/>
              <a:buNone/>
            </a:pPr>
            <a:r>
              <a:rPr lang="en-US" altLang="ja-JP" sz="2800" dirty="0">
                <a:latin typeface="Arial" charset="0"/>
                <a:ea typeface="ＭＳ Ｐゴシック" charset="0"/>
              </a:rPr>
              <a:t>C</a:t>
            </a:r>
            <a:r>
              <a:rPr lang="ja-JP" altLang="en-US" sz="2800" dirty="0">
                <a:latin typeface="Arial" charset="0"/>
                <a:ea typeface="ＭＳ Ｐゴシック" charset="0"/>
              </a:rPr>
              <a:t>言語では共用体の型はチェックしない。中にどの型のデータが入っているかはプログラマが認識していなければならない。</a:t>
            </a:r>
            <a:endParaRPr lang="en-US" altLang="ja-JP" sz="2800" dirty="0">
              <a:latin typeface="Arial" charset="0"/>
              <a:ea typeface="ＭＳ Ｐゴシック"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タイトル 1"/>
          <p:cNvSpPr>
            <a:spLocks noGrp="1"/>
          </p:cNvSpPr>
          <p:nvPr>
            <p:ph type="title"/>
          </p:nvPr>
        </p:nvSpPr>
        <p:spPr>
          <a:xfrm>
            <a:off x="714375" y="285750"/>
            <a:ext cx="7772400" cy="1143000"/>
          </a:xfrm>
        </p:spPr>
        <p:txBody>
          <a:bodyPr/>
          <a:lstStyle/>
          <a:p>
            <a:r>
              <a:rPr lang="ja-JP" altLang="en-US" dirty="0">
                <a:latin typeface="Arial" charset="0"/>
                <a:ea typeface="ＭＳ Ｐゴシック" charset="0"/>
              </a:rPr>
              <a:t>練習問題</a:t>
            </a:r>
            <a:r>
              <a:rPr lang="en-US" altLang="ja-JP" dirty="0">
                <a:latin typeface="Arial" charset="0"/>
                <a:ea typeface="ＭＳ Ｐゴシック" charset="0"/>
              </a:rPr>
              <a:t>7</a:t>
            </a:r>
            <a:endParaRPr lang="ja-JP" altLang="en-US" dirty="0">
              <a:latin typeface="Arial" charset="0"/>
              <a:ea typeface="ＭＳ Ｐゴシック" charset="0"/>
            </a:endParaRPr>
          </a:p>
        </p:txBody>
      </p:sp>
      <p:sp>
        <p:nvSpPr>
          <p:cNvPr id="39938" name="コンテンツ プレースホルダ 10"/>
          <p:cNvSpPr>
            <a:spLocks noGrp="1"/>
          </p:cNvSpPr>
          <p:nvPr>
            <p:ph idx="1"/>
          </p:nvPr>
        </p:nvSpPr>
        <p:spPr>
          <a:xfrm>
            <a:off x="571500" y="1643063"/>
            <a:ext cx="7772400" cy="3500437"/>
          </a:xfrm>
        </p:spPr>
        <p:txBody>
          <a:bodyPr/>
          <a:lstStyle/>
          <a:p>
            <a:pPr>
              <a:buFontTx/>
              <a:buNone/>
            </a:pPr>
            <a:r>
              <a:rPr lang="en-US" altLang="ja-JP" sz="2800" dirty="0">
                <a:latin typeface="Arial" charset="0"/>
                <a:ea typeface="ＭＳ Ｐゴシック" charset="0"/>
              </a:rPr>
              <a:t>C</a:t>
            </a:r>
            <a:r>
              <a:rPr lang="ja-JP" altLang="en-US" sz="2800" dirty="0">
                <a:latin typeface="Arial" charset="0"/>
                <a:ea typeface="ＭＳ Ｐゴシック" charset="0"/>
              </a:rPr>
              <a:t>言語の変数宣言</a:t>
            </a:r>
            <a:endParaRPr lang="en-US" altLang="ja-JP" sz="2800" dirty="0">
              <a:latin typeface="Arial" charset="0"/>
              <a:ea typeface="ＭＳ Ｐゴシック" charset="0"/>
            </a:endParaRPr>
          </a:p>
          <a:p>
            <a:pPr>
              <a:buFontTx/>
              <a:buNone/>
            </a:pPr>
            <a:r>
              <a:rPr lang="en-US" altLang="ja-JP" sz="2800" dirty="0">
                <a:latin typeface="Arial" charset="0"/>
                <a:ea typeface="ＭＳ Ｐゴシック" charset="0"/>
              </a:rPr>
              <a:t>   p : </a:t>
            </a:r>
            <a:r>
              <a:rPr lang="en-US" altLang="ja-JP" sz="2800" dirty="0" err="1">
                <a:latin typeface="Arial" charset="0"/>
                <a:ea typeface="ＭＳ Ｐゴシック" charset="0"/>
              </a:rPr>
              <a:t>int</a:t>
            </a:r>
            <a:r>
              <a:rPr lang="en-US" altLang="ja-JP" sz="2800" dirty="0">
                <a:latin typeface="Arial" charset="0"/>
                <a:ea typeface="ＭＳ Ｐゴシック" charset="0"/>
              </a:rPr>
              <a:t> *</a:t>
            </a:r>
          </a:p>
          <a:p>
            <a:pPr>
              <a:buFontTx/>
              <a:buNone/>
            </a:pPr>
            <a:r>
              <a:rPr lang="en-US" altLang="ja-JP" sz="2800" dirty="0">
                <a:latin typeface="Arial" charset="0"/>
                <a:ea typeface="ＭＳ Ｐゴシック" charset="0"/>
              </a:rPr>
              <a:t>   a : </a:t>
            </a:r>
            <a:r>
              <a:rPr lang="en-US" altLang="ja-JP" sz="2800" dirty="0" err="1">
                <a:latin typeface="Arial" charset="0"/>
                <a:ea typeface="ＭＳ Ｐゴシック" charset="0"/>
              </a:rPr>
              <a:t>int</a:t>
            </a:r>
            <a:r>
              <a:rPr lang="en-US" altLang="ja-JP" sz="2800" dirty="0">
                <a:latin typeface="Arial" charset="0"/>
                <a:ea typeface="ＭＳ Ｐゴシック" charset="0"/>
              </a:rPr>
              <a:t> [10]</a:t>
            </a:r>
          </a:p>
          <a:p>
            <a:pPr>
              <a:buFontTx/>
              <a:buNone/>
            </a:pPr>
            <a:r>
              <a:rPr lang="ja-JP" altLang="en-US" sz="2800" dirty="0">
                <a:latin typeface="Arial" charset="0"/>
                <a:ea typeface="ＭＳ Ｐゴシック" charset="0"/>
              </a:rPr>
              <a:t>のもとで、代入式</a:t>
            </a:r>
            <a:endParaRPr lang="en-US" altLang="ja-JP" sz="2800" dirty="0">
              <a:latin typeface="Arial" charset="0"/>
              <a:ea typeface="ＭＳ Ｐゴシック" charset="0"/>
            </a:endParaRPr>
          </a:p>
          <a:p>
            <a:pPr>
              <a:buFontTx/>
              <a:buNone/>
            </a:pPr>
            <a:r>
              <a:rPr lang="en-US" altLang="ja-JP" sz="2800" dirty="0">
                <a:latin typeface="Arial" charset="0"/>
                <a:ea typeface="ＭＳ Ｐゴシック" charset="0"/>
              </a:rPr>
              <a:t>  p = &amp;a[1]</a:t>
            </a:r>
          </a:p>
          <a:p>
            <a:pPr>
              <a:buFontTx/>
              <a:buNone/>
            </a:pPr>
            <a:r>
              <a:rPr lang="ja-JP" altLang="en-US" sz="2800" dirty="0">
                <a:latin typeface="Arial" charset="0"/>
                <a:ea typeface="ＭＳ Ｐゴシック" charset="0"/>
              </a:rPr>
              <a:t>が型に関して整合性があることを示せ。</a:t>
            </a:r>
            <a:endParaRPr lang="en-US" altLang="ja-JP" sz="2800" dirty="0">
              <a:latin typeface="Arial" charset="0"/>
              <a:ea typeface="ＭＳ Ｐゴシック" charset="0"/>
            </a:endParaRPr>
          </a:p>
        </p:txBody>
      </p:sp>
    </p:spTree>
  </p:cSld>
  <p:clrMapOvr>
    <a:masterClrMapping/>
  </p:clrMapOvr>
</p:sld>
</file>

<file path=ppt/theme/theme1.xml><?xml version="1.0" encoding="utf-8"?>
<a:theme xmlns:a="http://schemas.openxmlformats.org/drawingml/2006/main" name="新しいプレゼンテーション">
  <a:themeElements>
    <a:clrScheme name="新しいプレゼンテーショ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新しいプレゼンテーション">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400" b="1" i="0" u="none" strike="noStrike" cap="none" normalizeH="0" baseline="0" smtClean="0">
            <a:ln>
              <a:noFill/>
            </a:ln>
            <a:solidFill>
              <a:schemeClr val="tx1"/>
            </a:solidFill>
            <a:effectLst/>
            <a:latin typeface="Arial" charset="0"/>
            <a:ea typeface="ＭＳ Ｐゴシック" pitchFamily="48"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400" b="1" i="0" u="none" strike="noStrike" cap="none" normalizeH="0" baseline="0" smtClean="0">
            <a:ln>
              <a:noFill/>
            </a:ln>
            <a:solidFill>
              <a:schemeClr val="tx1"/>
            </a:solidFill>
            <a:effectLst/>
            <a:latin typeface="Arial" charset="0"/>
            <a:ea typeface="ＭＳ Ｐゴシック" pitchFamily="48" charset="-128"/>
          </a:defRPr>
        </a:defPPr>
      </a:lstStyle>
    </a:lnDef>
  </a:objectDefaults>
  <a:extraClrSchemeLst>
    <a:extraClrScheme>
      <a:clrScheme name="新しいプレゼンテーショ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新しいプレゼンテーショ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新しいプレゼンテーショ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新しいプレゼンテーショ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新しいプレゼンテーショ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新しいプレゼンテーショ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新しいプレゼンテーション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新しいプレゼンテーショ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新しいプレゼンテーショ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新しいプレゼンテーショ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新しいプレゼンテーショ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新しいプレゼンテーショ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1313</TotalTime>
  <Words>1635</Words>
  <Application>Microsoft Macintosh PowerPoint</Application>
  <PresentationFormat>画面に合わせる (4:3)</PresentationFormat>
  <Paragraphs>154</Paragraphs>
  <Slides>24</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24</vt:i4>
      </vt:variant>
    </vt:vector>
  </HeadingPairs>
  <TitlesOfParts>
    <vt:vector size="28" baseType="lpstr">
      <vt:lpstr>ＭＳ Ｐゴシック</vt:lpstr>
      <vt:lpstr>Arial</vt:lpstr>
      <vt:lpstr>Symbol</vt:lpstr>
      <vt:lpstr>新しいプレゼンテーション</vt:lpstr>
      <vt:lpstr>プログラミング言語論</vt:lpstr>
      <vt:lpstr>型付き言語</vt:lpstr>
      <vt:lpstr>型とは</vt:lpstr>
      <vt:lpstr>型検査</vt:lpstr>
      <vt:lpstr>C言語の変数宣言について</vt:lpstr>
      <vt:lpstr>C言語の変数宣言について</vt:lpstr>
      <vt:lpstr>C言語の変数宣言について</vt:lpstr>
      <vt:lpstr>優先順位</vt:lpstr>
      <vt:lpstr>練習問題1</vt:lpstr>
      <vt:lpstr>練習問題2</vt:lpstr>
      <vt:lpstr>練習問題3</vt:lpstr>
      <vt:lpstr>例</vt:lpstr>
      <vt:lpstr>練習問題4</vt:lpstr>
      <vt:lpstr>推論規則</vt:lpstr>
      <vt:lpstr>例</vt:lpstr>
      <vt:lpstr>例</vt:lpstr>
      <vt:lpstr>練習問題5</vt:lpstr>
      <vt:lpstr>練習問題6</vt:lpstr>
      <vt:lpstr>配列型について</vt:lpstr>
      <vt:lpstr>代入演算子 = について</vt:lpstr>
      <vt:lpstr>演算子&amp;について</vt:lpstr>
      <vt:lpstr>最初の例</vt:lpstr>
      <vt:lpstr>注意事項</vt:lpstr>
      <vt:lpstr>練習問題7</vt:lpstr>
    </vt:vector>
  </TitlesOfParts>
  <Company>Shibaura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プログラミング言語論1</dc:title>
  <dc:creator>Isao Sasano</dc:creator>
  <cp:lastModifiedBy>Isao Sasano</cp:lastModifiedBy>
  <cp:revision>427</cp:revision>
  <dcterms:created xsi:type="dcterms:W3CDTF">2006-11-28T12:30:10Z</dcterms:created>
  <dcterms:modified xsi:type="dcterms:W3CDTF">2026-09-28T12:09:03Z</dcterms:modified>
</cp:coreProperties>
</file>
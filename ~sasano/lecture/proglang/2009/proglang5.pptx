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74" r:id="rId20"/>
    <p:sldId id="275" r:id="rId21"/>
    <p:sldId id="276" r:id="rId22"/>
    <p:sldId id="278" r:id="rId23"/>
    <p:sldId id="279" r:id="rId24"/>
    <p:sldId id="280"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第５回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725060" y="5107071"/>
            <a:ext cx="3541354"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1037844" y="4583307"/>
            <a:ext cx="7000924"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smtClean="0"/>
              <a:t> </a:t>
            </a:r>
            <a:r>
              <a:rPr lang="en-US" altLang="ja-JP" sz="2800" smtClean="0"/>
              <a:t>L</a:t>
            </a:r>
            <a:endParaRPr lang="en-US" altLang="ja-JP" sz="28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655</TotalTime>
  <Words>1744</Words>
  <Application>Microsoft Office PowerPoint</Application>
  <PresentationFormat>画面に合わせる (4:3)</PresentationFormat>
  <Paragraphs>278</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第５回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練習問題２</vt:lpstr>
      <vt:lpstr>練習問題３</vt:lpstr>
      <vt:lpstr>練習問題４</vt:lpstr>
      <vt:lpstr>練習問題５</vt:lpstr>
      <vt:lpstr>練習問題６</vt:lpstr>
      <vt:lpstr>練習問題７</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cp:lastModifiedBy>
  <cp:revision>570</cp:revision>
  <dcterms:created xsi:type="dcterms:W3CDTF">2009-10-16T09:27:11Z</dcterms:created>
  <dcterms:modified xsi:type="dcterms:W3CDTF">2009-11-09T10:41:37Z</dcterms:modified>
</cp:coreProperties>
</file>
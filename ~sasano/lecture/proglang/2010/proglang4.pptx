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1" r:id="rId3"/>
    <p:sldId id="261" r:id="rId4"/>
    <p:sldId id="258" r:id="rId5"/>
    <p:sldId id="260" r:id="rId6"/>
    <p:sldId id="262" r:id="rId7"/>
    <p:sldId id="282" r:id="rId8"/>
    <p:sldId id="283" r:id="rId9"/>
    <p:sldId id="263" r:id="rId10"/>
    <p:sldId id="265" r:id="rId11"/>
    <p:sldId id="266" r:id="rId12"/>
    <p:sldId id="267" r:id="rId13"/>
    <p:sldId id="269" r:id="rId14"/>
    <p:sldId id="257" r:id="rId15"/>
    <p:sldId id="272" r:id="rId16"/>
    <p:sldId id="273" r:id="rId17"/>
    <p:sldId id="268" r:id="rId18"/>
    <p:sldId id="274" r:id="rId19"/>
    <p:sldId id="270" r:id="rId20"/>
    <p:sldId id="275" r:id="rId21"/>
    <p:sldId id="284" r:id="rId22"/>
    <p:sldId id="278" r:id="rId23"/>
    <p:sldId id="286" r:id="rId24"/>
    <p:sldId id="285"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snapToGrid="0">
      <p:cViewPr varScale="1">
        <p:scale>
          <a:sx n="70" d="100"/>
          <a:sy n="70" d="100"/>
        </p:scale>
        <p:origin x="-51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2010/10/9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第４回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（実装例１）ジャンプテーブルで決め打ちし、連続した定数のみを分岐先指定に用いるように推奨する。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&lt;expression&gt; ) &lt;statement&gt;</a:t>
            </a:r>
          </a:p>
          <a:p>
            <a:r>
              <a:rPr lang="en-US" altLang="ja-JP" sz="2400" dirty="0" smtClean="0"/>
              <a:t>                | do &lt;statement&gt; while (&lt;expression&gt;) ;</a:t>
            </a:r>
          </a:p>
          <a:p>
            <a:r>
              <a:rPr kumimoji="1" lang="en-US" altLang="ja-JP" sz="2400" dirty="0" smtClean="0"/>
              <a:t>                | for (&lt;opt-</a:t>
            </a:r>
            <a:r>
              <a:rPr kumimoji="1" lang="en-US" altLang="ja-JP" sz="2400" dirty="0" err="1" smtClean="0"/>
              <a:t>expr</a:t>
            </a:r>
            <a:r>
              <a:rPr lang="en-US" altLang="ja-JP" sz="2400" dirty="0" smtClean="0"/>
              <a:t>&gt;; &lt;opt-</a:t>
            </a:r>
            <a:r>
              <a:rPr lang="en-US" altLang="ja-JP" sz="2400" dirty="0" err="1" smtClean="0"/>
              <a:t>expr</a:t>
            </a:r>
            <a:r>
              <a:rPr lang="en-US" altLang="ja-JP" sz="2400" dirty="0" smtClean="0"/>
              <a:t>&gt;; &lt;opt-</a:t>
            </a:r>
            <a:r>
              <a:rPr lang="en-US" altLang="ja-JP" sz="2400" dirty="0" err="1" smtClean="0"/>
              <a:t>expr</a:t>
            </a:r>
            <a:r>
              <a:rPr lang="en-US" altLang="ja-JP" sz="2400" dirty="0" smtClean="0"/>
              <a:t>&gt;) &lt;statement&gt;</a:t>
            </a:r>
          </a:p>
          <a:p>
            <a:r>
              <a:rPr kumimoji="1" lang="en-US" altLang="ja-JP" sz="2400" dirty="0" smtClean="0"/>
              <a:t>                | switch ( &lt;</a:t>
            </a:r>
            <a:r>
              <a:rPr kumimoji="1" lang="en-US" altLang="ja-JP" sz="2400" dirty="0" err="1" smtClean="0"/>
              <a:t>expr</a:t>
            </a:r>
            <a:r>
              <a:rPr lang="en-US" altLang="ja-JP" sz="2400" dirty="0" smtClean="0"/>
              <a:t>&gt; ) &lt;stmt&gt;</a:t>
            </a:r>
          </a:p>
          <a:p>
            <a:r>
              <a:rPr kumimoji="1" lang="en-US" altLang="ja-JP" sz="2400" dirty="0" smtClean="0"/>
              <a:t>                | case &lt;const-</a:t>
            </a:r>
            <a:r>
              <a:rPr kumimoji="1" lang="en-US" altLang="ja-JP" sz="2400" dirty="0" err="1" smtClean="0"/>
              <a:t>expr</a:t>
            </a:r>
            <a:r>
              <a:rPr kumimoji="1" lang="en-US" altLang="ja-JP" sz="2400" dirty="0" smtClean="0"/>
              <a:t>&gt;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a:t>
            </a:r>
            <a:r>
              <a:rPr kumimoji="1" lang="en-US" altLang="ja-JP" sz="2400" dirty="0" err="1" smtClean="0">
                <a:sym typeface="Symbol"/>
              </a:rPr>
              <a:t>expr</a:t>
            </a:r>
            <a:r>
              <a:rPr kumimoji="1" lang="en-US" altLang="ja-JP" sz="2400" dirty="0" smtClean="0">
                <a:sym typeface="Symbol"/>
              </a:rPr>
              <a:t>&gt; ::= </a:t>
            </a:r>
            <a:r>
              <a:rPr lang="en-US" altLang="ja-JP" sz="2400" dirty="0" smtClean="0">
                <a:sym typeface="Symbol"/>
              </a:rPr>
              <a:t> | &lt;</a:t>
            </a:r>
            <a:r>
              <a:rPr lang="en-US" altLang="ja-JP" sz="2400" dirty="0" err="1" smtClean="0">
                <a:sym typeface="Symbol"/>
              </a:rPr>
              <a:t>expr</a:t>
            </a:r>
            <a:r>
              <a:rPr lang="en-US" altLang="ja-JP" sz="2400" dirty="0" smtClean="0">
                <a:sym typeface="Symbol"/>
              </a:rPr>
              <a:t>&gt;</a:t>
            </a:r>
            <a:endParaRPr kumimoji="1" lang="en-US" altLang="ja-JP" sz="2400" dirty="0" smtClean="0">
              <a:sym typeface="Symbo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02305"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51490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433082"/>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90553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352983" y="4908122"/>
            <a:ext cx="2991525" cy="1384995"/>
          </a:xfrm>
          <a:prstGeom prst="rect">
            <a:avLst/>
          </a:prstGeom>
          <a:noFill/>
        </p:spPr>
        <p:txBody>
          <a:bodyPr wrap="none" rtlCol="0">
            <a:spAutoFit/>
          </a:bodyPr>
          <a:lstStyle/>
          <a:p>
            <a:r>
              <a:rPr kumimoji="1" lang="en-US" altLang="ja-JP" sz="2800" dirty="0" smtClean="0"/>
              <a:t> while (x &gt; 0)</a:t>
            </a:r>
          </a:p>
          <a:p>
            <a:r>
              <a:rPr lang="en-US" altLang="ja-JP" sz="2800" dirty="0" smtClean="0"/>
              <a:t>    </a:t>
            </a:r>
            <a:r>
              <a:rPr kumimoji="1" lang="en-US" altLang="ja-JP" sz="2800" dirty="0" smtClean="0"/>
              <a:t> if (x==1 || x!=3) </a:t>
            </a:r>
          </a:p>
          <a:p>
            <a:r>
              <a:rPr lang="en-US" altLang="ja-JP" sz="2800" dirty="0" smtClean="0"/>
              <a:t>     </a:t>
            </a:r>
            <a:r>
              <a:rPr kumimoji="1" lang="en-US" altLang="ja-JP" sz="2800" dirty="0" smtClean="0"/>
              <a:t>     x = x - 1;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もしこの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は「部分正当性の表明</a:t>
            </a:r>
            <a:r>
              <a:rPr lang="en-US" altLang="ja-JP" sz="2800" dirty="0" smtClean="0"/>
              <a:t>(partial correctness assertion)</a:t>
            </a:r>
            <a:r>
              <a:rPr lang="ja-JP" altLang="en-US" sz="2800" dirty="0" smtClean="0"/>
              <a:t>」と言われる。</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1213271"/>
          <a:ext cx="3662148" cy="1036320"/>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30456"/>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293708"/>
          <a:ext cx="5106547" cy="1036320"/>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569945"/>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346845"/>
          <a:ext cx="4574280" cy="1036320"/>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531043"/>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525298"/>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5093765"/>
          <a:ext cx="4458266" cy="1036320"/>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341476"/>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（補足）一つの文に対して成立する</a:t>
            </a:r>
            <a:r>
              <a:rPr lang="en-US" altLang="ja-JP" sz="2800" dirty="0" smtClean="0">
                <a:sym typeface="Symbol"/>
              </a:rPr>
              <a:t>Hoare triple</a:t>
            </a:r>
            <a:r>
              <a:rPr lang="ja-JP" altLang="en-US" sz="2800" dirty="0" smtClean="0">
                <a:sym typeface="Symbol"/>
              </a:rPr>
              <a:t>は複数存在する。</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901039"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の導出は黒板で行う。</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1104</TotalTime>
  <Words>2732</Words>
  <Application>Microsoft Office PowerPoint</Application>
  <PresentationFormat>画面に合わせる (4:3)</PresentationFormat>
  <Paragraphs>214</Paragraphs>
  <Slides>24</Slides>
  <Notes>1</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第４回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参考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506</cp:revision>
  <dcterms:created xsi:type="dcterms:W3CDTF">2009-10-18T07:18:34Z</dcterms:created>
  <dcterms:modified xsi:type="dcterms:W3CDTF">2010-10-09T10:39:44Z</dcterms:modified>
</cp:coreProperties>
</file>
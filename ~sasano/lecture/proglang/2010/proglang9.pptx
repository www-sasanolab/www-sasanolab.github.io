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94660"/>
  </p:normalViewPr>
  <p:slideViewPr>
    <p:cSldViewPr>
      <p:cViewPr varScale="1">
        <p:scale>
          <a:sx n="70" d="100"/>
          <a:sy n="70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2010/11/29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９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の意味の定義</a:t>
            </a:r>
            <a:endParaRPr lang="en-US" altLang="ja-JP" sz="3200" dirty="0" smtClean="0"/>
          </a:p>
          <a:p>
            <a:pPr algn="ctr"/>
            <a:r>
              <a:rPr lang="ja-JP" altLang="en-US" sz="3200" dirty="0" smtClean="0"/>
              <a:t>（演習付）</a:t>
            </a:r>
            <a:endParaRPr kumimoji="1" lang="ja-JP" altLang="en-US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/>
              <a:t>{ </a:t>
            </a:r>
            <a:r>
              <a:rPr lang="en-US" altLang="ja-JP" sz="2800" b="0" dirty="0"/>
              <a:t>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{ </a:t>
            </a:r>
            <a:r>
              <a:rPr lang="en-US" altLang="ja-JP" sz="2800" b="0" dirty="0"/>
              <a:t>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</a:t>
            </a:r>
            <a:r>
              <a:rPr lang="en-US" altLang="ja-JP" sz="3200" b="0" dirty="0" smtClean="0"/>
              <a:t>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2096</Words>
  <Application>Microsoft Office PowerPoint</Application>
  <PresentationFormat>画面に合わせる (4:3)</PresentationFormat>
  <Paragraphs>196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文</vt:lpstr>
      <vt:lpstr>状態に関する記法</vt:lpstr>
      <vt:lpstr>練習問題</vt:lpstr>
      <vt:lpstr>文の定義</vt:lpstr>
      <vt:lpstr>文の実行</vt:lpstr>
      <vt:lpstr>文の実行に関する規則</vt:lpstr>
      <vt:lpstr>例１</vt:lpstr>
      <vt:lpstr>例２</vt:lpstr>
      <vt:lpstr>練習問題</vt:lpstr>
      <vt:lpstr>while文の意味</vt:lpstr>
      <vt:lpstr>例３</vt:lpstr>
      <vt:lpstr>練習問題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</cp:lastModifiedBy>
  <cp:revision>188</cp:revision>
  <dcterms:created xsi:type="dcterms:W3CDTF">2009-12-10T02:30:43Z</dcterms:created>
  <dcterms:modified xsi:type="dcterms:W3CDTF">2010-11-29T03:37:40Z</dcterms:modified>
</cp:coreProperties>
</file>
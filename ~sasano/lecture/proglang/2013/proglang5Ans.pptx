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71" r:id="rId5"/>
    <p:sldId id="272" r:id="rId6"/>
    <p:sldId id="278" r:id="rId7"/>
    <p:sldId id="279" r:id="rId8"/>
    <p:sldId id="283" r:id="rId9"/>
    <p:sldId id="284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4660"/>
  </p:normalViewPr>
  <p:slideViewPr>
    <p:cSldViewPr snapToGrid="0">
      <p:cViewPr varScale="1">
        <p:scale>
          <a:sx n="50" d="100"/>
          <a:sy n="50" d="100"/>
        </p:scale>
        <p:origin x="-464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80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en-US" altLang="ja-JP" sz="3200" dirty="0"/>
              <a:t>5</a:t>
            </a:r>
            <a:r>
              <a:rPr kumimoji="1" lang="ja-JP" altLang="en-US" sz="3200" dirty="0" smtClean="0"/>
              <a:t>回練習問題解答例</a:t>
            </a:r>
            <a:endParaRPr kumimoji="1" lang="en-US" altLang="ja-JP" sz="3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練習問題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解答</a:t>
            </a:r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65589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という算術式を評価する。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14338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14338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64331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71475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21468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64331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71475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21468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練習問題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1314450" y="1643063"/>
            <a:ext cx="6100763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028700" y="3514725"/>
            <a:ext cx="70166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 X</a:t>
            </a:r>
            <a:r>
              <a:rPr lang="ja-JP" altLang="en-US" sz="2800" b="0" dirty="0"/>
              <a:t>以外の値はそのままで、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</a:t>
            </a:r>
            <a:r>
              <a:rPr lang="en-US" altLang="ja-JP" sz="2800" b="0" dirty="0"/>
              <a:t>40</a:t>
            </a:r>
            <a:r>
              <a:rPr lang="ja-JP" altLang="en-US" sz="2800" b="0" dirty="0"/>
              <a:t>なので、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    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  <a:p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練習問題</a:t>
            </a:r>
            <a:r>
              <a:rPr lang="en-US" altLang="ja-JP" dirty="0" smtClean="0"/>
              <a:t>3</a:t>
            </a:r>
            <a:endParaRPr lang="ja-JP" altLang="en-US" dirty="0" smtClean="0"/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56476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</a:t>
            </a:r>
            <a:r>
              <a:rPr lang="en-US" altLang="ja-JP" sz="2800" b="0" dirty="0" smtClean="0"/>
              <a:t>(Y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2); </a:t>
            </a:r>
            <a:r>
              <a:rPr lang="en-US" altLang="ja-JP" sz="2800" b="0" dirty="0"/>
              <a:t>Y = </a:t>
            </a:r>
            <a:r>
              <a:rPr lang="en-US" altLang="ja-JP" sz="2800" b="0" dirty="0" smtClean="0"/>
              <a:t>(Y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30);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709383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</a:t>
            </a:r>
            <a:r>
              <a:rPr lang="en-US" altLang="ja-JP" sz="2800" b="0" dirty="0" smtClean="0"/>
              <a:t>(Y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2); </a:t>
            </a:r>
            <a:r>
              <a:rPr lang="en-US" altLang="ja-JP" sz="2800" b="0" dirty="0"/>
              <a:t>Y = </a:t>
            </a:r>
            <a:r>
              <a:rPr lang="en-US" altLang="ja-JP" sz="2800" b="0" dirty="0" smtClean="0"/>
              <a:t>(Y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3); </a:t>
            </a:r>
            <a:r>
              <a:rPr lang="ja-JP" altLang="en-US" sz="2800" b="0" dirty="0"/>
              <a:t>を実行した</a:t>
            </a:r>
            <a:endParaRPr lang="en-US" altLang="ja-JP" sz="2800" b="0" dirty="0"/>
          </a:p>
          <a:p>
            <a:r>
              <a:rPr lang="ja-JP" altLang="en-US" sz="2800" b="0" dirty="0"/>
              <a:t>ら状態はどうなるか。規則を使って導出せよ。</a:t>
            </a:r>
            <a:endParaRPr lang="en-US" altLang="ja-JP" sz="2800" b="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171450" y="3357562"/>
            <a:ext cx="8972550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  </a:t>
            </a:r>
            <a:r>
              <a:rPr lang="en-US" altLang="ja-JP" sz="2400" b="0" dirty="0" smtClean="0"/>
              <a:t>&lt; Y</a:t>
            </a:r>
            <a:r>
              <a:rPr lang="en-US" altLang="ja-JP" sz="2400" b="0" dirty="0"/>
              <a:t>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20  </a:t>
            </a:r>
            <a:r>
              <a:rPr lang="en-US" altLang="ja-JP" sz="2400" b="0" dirty="0" smtClean="0">
                <a:sym typeface="Symbol" pitchFamily="18" charset="2"/>
              </a:rPr>
              <a:t>&lt; 2</a:t>
            </a:r>
            <a:r>
              <a:rPr lang="en-US" altLang="ja-JP" sz="2400" b="0" dirty="0">
                <a:sym typeface="Symbol" pitchFamily="18" charset="2"/>
              </a:rPr>
              <a:t>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2  </a:t>
            </a:r>
            <a:endParaRPr lang="ja-JP" altLang="en-US" sz="2400" b="0" dirty="0"/>
          </a:p>
          <a:p>
            <a:r>
              <a:rPr lang="ja-JP" altLang="en-US" sz="2400" b="0" dirty="0"/>
              <a:t>  </a:t>
            </a:r>
            <a:r>
              <a:rPr lang="en-US" altLang="ja-JP" sz="2400" b="0" dirty="0" smtClean="0"/>
              <a:t>  </a:t>
            </a:r>
            <a:r>
              <a:rPr lang="ja-JP" altLang="en-US" sz="2400" b="0" dirty="0" smtClean="0"/>
              <a:t>    </a:t>
            </a:r>
            <a:r>
              <a:rPr lang="en-US" altLang="ja-JP" sz="2800" b="0" dirty="0"/>
              <a:t>&lt; </a:t>
            </a:r>
            <a:r>
              <a:rPr lang="en-US" altLang="ja-JP" sz="2800" b="0" dirty="0" smtClean="0"/>
              <a:t>(Y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</a:t>
            </a:r>
            <a:r>
              <a:rPr lang="en-US" altLang="ja-JP" sz="2800" b="0" dirty="0" smtClean="0">
                <a:sym typeface="Symbol" pitchFamily="18" charset="2"/>
              </a:rPr>
              <a:t>&lt;(Y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dirty="0" smtClean="0">
                <a:sym typeface="Symbol" pitchFamily="18" charset="2"/>
              </a:rPr>
              <a:t>3);</a:t>
            </a:r>
            <a:r>
              <a:rPr lang="en-US" altLang="ja-JP" sz="2800" b="0" dirty="0">
                <a:sym typeface="Symbol" pitchFamily="18" charset="2"/>
              </a:rPr>
              <a:t>,  [ 22 / </a:t>
            </a:r>
            <a:r>
              <a:rPr lang="en-US" altLang="ja-JP" sz="2800" b="0" dirty="0" smtClean="0">
                <a:sym typeface="Symbol" pitchFamily="18" charset="2"/>
              </a:rPr>
              <a:t>X ] 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 smtClean="0"/>
              <a:t>&lt; X </a:t>
            </a:r>
            <a:r>
              <a:rPr lang="en-US" altLang="ja-JP" sz="2400" b="0" dirty="0"/>
              <a:t>= </a:t>
            </a:r>
            <a:r>
              <a:rPr lang="en-US" altLang="ja-JP" sz="2400" b="0" dirty="0" smtClean="0"/>
              <a:t>(Y </a:t>
            </a:r>
            <a:r>
              <a:rPr lang="en-US" altLang="ja-JP" sz="2400" b="0" dirty="0"/>
              <a:t>+ </a:t>
            </a:r>
            <a:r>
              <a:rPr lang="en-US" altLang="ja-JP" sz="2400" b="0" dirty="0" smtClean="0"/>
              <a:t>2);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</a:t>
            </a:r>
            <a:r>
              <a:rPr lang="en-US" altLang="ja-JP" sz="2400" b="0" dirty="0" smtClean="0">
                <a:sym typeface="Symbol" pitchFamily="18" charset="2"/>
              </a:rPr>
              <a:t>] </a:t>
            </a:r>
            <a:r>
              <a:rPr lang="en-US" altLang="ja-JP" sz="2000" b="0" dirty="0" smtClean="0">
                <a:sym typeface="Symbol" pitchFamily="18" charset="2"/>
              </a:rPr>
              <a:t> &lt;</a:t>
            </a:r>
            <a:r>
              <a:rPr lang="en-US" altLang="ja-JP" sz="2000" b="0" dirty="0">
                <a:sym typeface="Symbol" pitchFamily="18" charset="2"/>
              </a:rPr>
              <a:t>Y = </a:t>
            </a:r>
            <a:r>
              <a:rPr lang="en-US" altLang="ja-JP" sz="2000" b="0" dirty="0" smtClean="0">
                <a:sym typeface="Symbol" pitchFamily="18" charset="2"/>
              </a:rPr>
              <a:t>(Y </a:t>
            </a:r>
            <a:r>
              <a:rPr lang="en-US" altLang="ja-JP" sz="2000" b="0" dirty="0">
                <a:sym typeface="Symbol" pitchFamily="18" charset="2"/>
              </a:rPr>
              <a:t>+ </a:t>
            </a:r>
            <a:r>
              <a:rPr lang="en-US" altLang="ja-JP" sz="2000" b="0" dirty="0" smtClean="0">
                <a:sym typeface="Symbol" pitchFamily="18" charset="2"/>
              </a:rPr>
              <a:t>3);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880468" cy="1363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134563" y="4213837"/>
            <a:ext cx="3851875" cy="841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>
            <a:off x="378455" y="3810116"/>
            <a:ext cx="3465007" cy="84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4077936" y="4246321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 flipV="1">
            <a:off x="4286248" y="3840806"/>
            <a:ext cx="4714876" cy="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256860" y="3404374"/>
            <a:ext cx="4758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&lt;Y, </a:t>
            </a:r>
            <a:r>
              <a:rPr kumimoji="1" lang="en-US" altLang="ja-JP" sz="2400" dirty="0" err="1" smtClean="0"/>
              <a:t>σ</a:t>
            </a:r>
            <a:r>
              <a:rPr kumimoji="1" lang="en-US" altLang="ja-JP" sz="2400" dirty="0" smtClean="0"/>
              <a:t> [22/X] </a:t>
            </a:r>
            <a:r>
              <a:rPr lang="en-US" altLang="ja-JP" sz="2400" dirty="0" smtClean="0">
                <a:sym typeface="Symbol" pitchFamily="18" charset="2"/>
              </a:rPr>
              <a:t></a:t>
            </a:r>
            <a:r>
              <a:rPr kumimoji="1" lang="en-US" altLang="ja-JP" sz="2400" dirty="0" smtClean="0"/>
              <a:t> 20  &lt;3, σ [22/X]&gt;</a:t>
            </a:r>
            <a:r>
              <a:rPr lang="en-US" altLang="ja-JP" sz="2400" dirty="0" smtClean="0">
                <a:sym typeface="Symbol" pitchFamily="18" charset="2"/>
              </a:rPr>
              <a:t>  3</a:t>
            </a:r>
            <a:r>
              <a:rPr kumimoji="1" lang="en-US" altLang="ja-JP" sz="2400" dirty="0" smtClean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練習問題</a:t>
            </a:r>
            <a:r>
              <a:rPr lang="en-US" altLang="ja-JP" dirty="0" smtClean="0"/>
              <a:t>4</a:t>
            </a:r>
            <a:endParaRPr lang="ja-JP" altLang="en-US" dirty="0" smtClean="0"/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</a:t>
            </a:r>
            <a:r>
              <a:rPr lang="en-US" altLang="ja-JP" sz="2800" b="0" dirty="0" smtClean="0">
                <a:sym typeface="Symbol" pitchFamily="18" charset="2"/>
              </a:rPr>
              <a:t>(Y </a:t>
            </a:r>
            <a:r>
              <a:rPr lang="en-US" altLang="ja-JP" sz="2800" b="0" dirty="0">
                <a:sym typeface="Symbol" pitchFamily="18" charset="2"/>
              </a:rPr>
              <a:t>– </a:t>
            </a:r>
            <a:r>
              <a:rPr lang="en-US" altLang="ja-JP" sz="2800" b="0" dirty="0" smtClean="0">
                <a:sym typeface="Symbol" pitchFamily="18" charset="2"/>
              </a:rPr>
              <a:t>20); </a:t>
            </a:r>
            <a:r>
              <a:rPr lang="en-US" altLang="ja-JP" sz="2800" b="0" dirty="0">
                <a:sym typeface="Symbol" pitchFamily="18" charset="2"/>
              </a:rPr>
              <a:t>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解答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58824" y="1581152"/>
            <a:ext cx="2838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別紙で説明する。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661</Words>
  <Application>Microsoft Macintosh PowerPoint</Application>
  <PresentationFormat>画面に合わせる (4:3)</PresentationFormat>
  <Paragraphs>53</Paragraphs>
  <Slides>9</Slides>
  <Notes>8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0" baseType="lpstr">
      <vt:lpstr>Office テーマ</vt:lpstr>
      <vt:lpstr>プログラミング言語論</vt:lpstr>
      <vt:lpstr>練習問題1</vt:lpstr>
      <vt:lpstr>解答</vt:lpstr>
      <vt:lpstr>練習問題2</vt:lpstr>
      <vt:lpstr>解答</vt:lpstr>
      <vt:lpstr>練習問題3</vt:lpstr>
      <vt:lpstr>解答</vt:lpstr>
      <vt:lpstr>練習問題4</vt:lpstr>
      <vt:lpstr>解答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Isao Sasano</cp:lastModifiedBy>
  <cp:revision>207</cp:revision>
  <dcterms:created xsi:type="dcterms:W3CDTF">2009-12-10T02:30:43Z</dcterms:created>
  <dcterms:modified xsi:type="dcterms:W3CDTF">2013-11-01T03:53:48Z</dcterms:modified>
</cp:coreProperties>
</file>
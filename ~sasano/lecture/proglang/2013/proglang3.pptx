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1" r:id="rId3"/>
    <p:sldId id="261" r:id="rId4"/>
    <p:sldId id="258" r:id="rId5"/>
    <p:sldId id="260" r:id="rId6"/>
    <p:sldId id="262" r:id="rId7"/>
    <p:sldId id="282" r:id="rId8"/>
    <p:sldId id="283" r:id="rId9"/>
    <p:sldId id="287" r:id="rId10"/>
    <p:sldId id="265" r:id="rId11"/>
    <p:sldId id="266" r:id="rId12"/>
    <p:sldId id="267" r:id="rId13"/>
    <p:sldId id="269" r:id="rId14"/>
    <p:sldId id="257" r:id="rId15"/>
    <p:sldId id="272" r:id="rId16"/>
    <p:sldId id="273" r:id="rId17"/>
    <p:sldId id="268" r:id="rId18"/>
    <p:sldId id="274" r:id="rId19"/>
    <p:sldId id="270" r:id="rId20"/>
    <p:sldId id="275" r:id="rId21"/>
    <p:sldId id="284" r:id="rId22"/>
    <p:sldId id="278" r:id="rId23"/>
    <p:sldId id="286" r:id="rId24"/>
    <p:sldId id="285"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4660"/>
  </p:normalViewPr>
  <p:slideViewPr>
    <p:cSldViewPr snapToGrid="0">
      <p:cViewPr varScale="1">
        <p:scale>
          <a:sx n="109" d="100"/>
          <a:sy n="109" d="100"/>
        </p:scale>
        <p:origin x="-188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2013/11/15</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a:t>
            </a:fld>
            <a:endParaRPr kumimoji="1" lang="ja-JP" altLang="en-US"/>
          </a:p>
        </p:txBody>
      </p:sp>
    </p:spTree>
    <p:extLst>
      <p:ext uri="{BB962C8B-B14F-4D97-AF65-F5344CB8AC3E}">
        <p14:creationId xmlns:p14="http://schemas.microsoft.com/office/powerpoint/2010/main" val="42806399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2013/11/15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2013/11/15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a:t>
            </a:r>
            <a:r>
              <a:rPr lang="en-US" altLang="ja-JP" dirty="0" smtClean="0"/>
              <a:t>3</a:t>
            </a:r>
            <a:r>
              <a:rPr lang="ja-JP" altLang="en-US" dirty="0" smtClean="0"/>
              <a:t>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8"/>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（実装例１）ジャンプテーブルを用いて、連続した定数のみを分岐先指定に用いるように推奨する。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&lt;exp&gt; ) &lt;stmt&gt;</a:t>
            </a:r>
          </a:p>
          <a:p>
            <a:r>
              <a:rPr lang="en-US" altLang="ja-JP" sz="2400" dirty="0" smtClean="0"/>
              <a:t>                | do &lt;stmt&gt; while (&lt;exp&gt;) ;</a:t>
            </a:r>
          </a:p>
          <a:p>
            <a:r>
              <a:rPr kumimoji="1" lang="en-US" altLang="ja-JP" sz="2400" dirty="0" smtClean="0"/>
              <a:t>                | for (&lt;opt-exp</a:t>
            </a:r>
            <a:r>
              <a:rPr lang="en-US" altLang="ja-JP" sz="2400" dirty="0" smtClean="0"/>
              <a:t>&gt;; &lt;opt-exp&gt;; &lt;opt-exp&gt;) &lt;stmt&gt;</a:t>
            </a:r>
          </a:p>
          <a:p>
            <a:r>
              <a:rPr kumimoji="1" lang="en-US" altLang="ja-JP" sz="2400" dirty="0" smtClean="0"/>
              <a:t>                | switch ( &lt;exp</a:t>
            </a:r>
            <a:r>
              <a:rPr lang="en-US" altLang="ja-JP" sz="2400" dirty="0" smtClean="0"/>
              <a:t>&gt; ) &lt;stmt&gt;</a:t>
            </a:r>
          </a:p>
          <a:p>
            <a:r>
              <a:rPr kumimoji="1" lang="en-US" altLang="ja-JP" sz="2400" dirty="0" smtClean="0"/>
              <a:t>                | case &lt;const-exp&gt;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&lt;opt-exp&gt; ::= </a:t>
            </a:r>
            <a:r>
              <a:rPr lang="en-US" altLang="ja-JP" sz="2400" dirty="0" smtClean="0">
                <a:sym typeface="Symbol"/>
              </a:rPr>
              <a:t> | &lt;exp&gt;</a:t>
            </a:r>
            <a:endParaRPr kumimoji="1" lang="en-US" altLang="ja-JP" sz="2400" dirty="0" smtClean="0">
              <a:sym typeface="Symbol"/>
            </a:endParaRP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97841"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r>
              <a:rPr lang="en-US" altLang="ja-JP" sz="2800" dirty="0" smtClean="0"/>
              <a:t>Modula-2</a:t>
            </a:r>
            <a:r>
              <a:rPr lang="ja-JP" altLang="en-US" sz="2800" dirty="0" err="1" smtClean="0"/>
              <a:t>には</a:t>
            </a:r>
            <a:r>
              <a:rPr lang="en-US" altLang="ja-JP" sz="2800" dirty="0" err="1" smtClean="0"/>
              <a:t>goto</a:t>
            </a:r>
            <a:r>
              <a:rPr lang="ja-JP" altLang="en-US" sz="2800" dirty="0" smtClean="0"/>
              <a:t>文は無い）</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43107"/>
          </a:xfrm>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25302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171202"/>
            <a:ext cx="2733441" cy="1384995"/>
          </a:xfrm>
          <a:prstGeom prst="rect">
            <a:avLst/>
          </a:prstGeom>
          <a:noFill/>
        </p:spPr>
        <p:txBody>
          <a:bodyPr wrap="none" rtlCol="0">
            <a:spAutoFit/>
          </a:bodyPr>
          <a:lstStyle/>
          <a:p>
            <a:r>
              <a:rPr kumimoji="1" lang="en-US" altLang="ja-JP" sz="2800" dirty="0" smtClean="0"/>
              <a:t> if (y==1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57818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418454" y="4519573"/>
            <a:ext cx="3842193" cy="2246769"/>
          </a:xfrm>
          <a:prstGeom prst="rect">
            <a:avLst/>
          </a:prstGeom>
          <a:noFill/>
        </p:spPr>
        <p:txBody>
          <a:bodyPr wrap="none" rtlCol="0">
            <a:spAutoFit/>
          </a:bodyPr>
          <a:lstStyle/>
          <a:p>
            <a:r>
              <a:rPr kumimoji="1" lang="en-US" altLang="ja-JP" sz="2800" dirty="0" smtClean="0"/>
              <a:t> while (x &gt; 0) {</a:t>
            </a:r>
          </a:p>
          <a:p>
            <a:r>
              <a:rPr lang="en-US" altLang="ja-JP" sz="2800" dirty="0" smtClean="0"/>
              <a:t>    </a:t>
            </a:r>
            <a:r>
              <a:rPr kumimoji="1" lang="en-US" altLang="ja-JP" sz="2800" dirty="0" smtClean="0"/>
              <a:t> if (x</a:t>
            </a:r>
            <a:r>
              <a:rPr lang="en-US" altLang="ja-JP" sz="2800" dirty="0"/>
              <a:t>%</a:t>
            </a:r>
            <a:r>
              <a:rPr lang="en-US" altLang="ja-JP" sz="2800" dirty="0" smtClean="0"/>
              <a:t>2==0</a:t>
            </a:r>
            <a:r>
              <a:rPr kumimoji="1" lang="en-US" altLang="ja-JP" sz="2800" dirty="0" smtClean="0"/>
              <a:t> || x%3==</a:t>
            </a:r>
            <a:r>
              <a:rPr lang="en-US" altLang="ja-JP" sz="2800" dirty="0" smtClean="0"/>
              <a:t>0</a:t>
            </a:r>
            <a:r>
              <a:rPr kumimoji="1" lang="en-US" altLang="ja-JP" sz="2800" dirty="0" smtClean="0"/>
              <a:t>)</a:t>
            </a:r>
          </a:p>
          <a:p>
            <a:r>
              <a:rPr lang="en-US" altLang="ja-JP" sz="2800" dirty="0" smtClean="0"/>
              <a:t>     </a:t>
            </a:r>
            <a:r>
              <a:rPr kumimoji="1" lang="en-US" altLang="ja-JP" sz="2800" dirty="0" smtClean="0"/>
              <a:t>    s = s </a:t>
            </a:r>
            <a:r>
              <a:rPr lang="en-US" altLang="ja-JP" sz="2800" dirty="0" smtClean="0"/>
              <a:t>+ x</a:t>
            </a:r>
            <a:r>
              <a:rPr kumimoji="1" lang="en-US" altLang="ja-JP" sz="2800" dirty="0" smtClean="0"/>
              <a:t>;</a:t>
            </a:r>
          </a:p>
          <a:p>
            <a:r>
              <a:rPr lang="en-US" altLang="ja-JP" sz="2800" dirty="0"/>
              <a:t> </a:t>
            </a:r>
            <a:r>
              <a:rPr lang="en-US" altLang="ja-JP" sz="2800" dirty="0" smtClean="0"/>
              <a:t>    x = x – 1;</a:t>
            </a:r>
          </a:p>
          <a:p>
            <a:r>
              <a:rPr lang="en-US" altLang="ja-JP" sz="2800" dirty="0" smtClean="0"/>
              <a:t> }</a:t>
            </a:r>
          </a:p>
        </p:txBody>
      </p:sp>
    </p:spTree>
    <p:extLst>
      <p:ext uri="{BB962C8B-B14F-4D97-AF65-F5344CB8AC3E}">
        <p14:creationId xmlns:p14="http://schemas.microsoft.com/office/powerpoint/2010/main" val="406898441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表明が成立しているとする。その場合、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7151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は不変表明となる。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endParaRPr lang="en-US" altLang="ja-JP" sz="2800" dirty="0" smtClean="0"/>
          </a:p>
          <a:p>
            <a:r>
              <a:rPr lang="ja-JP" altLang="en-US" sz="2800" dirty="0" smtClean="0"/>
              <a:t>特に、表明</a:t>
            </a:r>
            <a:r>
              <a:rPr lang="en-US" altLang="ja-JP" sz="2800" dirty="0" smtClean="0"/>
              <a:t> {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は部分正当性を表している</a:t>
            </a:r>
            <a:r>
              <a:rPr lang="en-US" altLang="ja-JP" sz="2800" dirty="0" smtClean="0"/>
              <a:t>(partial correctness assertion)</a:t>
            </a:r>
            <a:r>
              <a:rPr lang="ja-JP" altLang="en-US" sz="2800" dirty="0" err="1" smtClean="0"/>
              <a:t>。</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extLst>
              <p:ext uri="{D42A27DB-BD31-4B8C-83A1-F6EECF244321}">
                <p14:modId xmlns:p14="http://schemas.microsoft.com/office/powerpoint/2010/main" val="367016337"/>
              </p:ext>
            </p:extLst>
          </p:nvPr>
        </p:nvGraphicFramePr>
        <p:xfrm>
          <a:off x="791577" y="1213271"/>
          <a:ext cx="3662148" cy="1036319"/>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a:t>
                      </a:r>
                      <a:r>
                        <a:rPr kumimoji="1" lang="ja-JP" altLang="en-US" sz="2800" baseline="0" dirty="0" smtClean="0"/>
                        <a:t> </a:t>
                      </a:r>
                      <a:r>
                        <a:rPr kumimoji="1" lang="en-US" altLang="ja-JP" sz="2800" dirty="0" smtClean="0"/>
                        <a:t>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a:t>
                      </a:r>
                      <a:r>
                        <a:rPr kumimoji="1" lang="en-US" altLang="ja-JP" sz="2800" dirty="0" smtClean="0"/>
                        <a:t> S</a:t>
                      </a:r>
                      <a:r>
                        <a:rPr kumimoji="1" lang="en-US" altLang="ja-JP" sz="2800" baseline="-25000" dirty="0" smtClean="0"/>
                        <a:t>1</a:t>
                      </a:r>
                      <a:r>
                        <a:rPr kumimoji="1" lang="en-US" altLang="ja-JP" sz="2800" dirty="0" smtClean="0"/>
                        <a:t>; </a:t>
                      </a:r>
                      <a:r>
                        <a:rPr kumimoji="1" lang="en-US" altLang="ja-JP" sz="2800" dirty="0" smtClean="0"/>
                        <a:t>S</a:t>
                      </a:r>
                      <a:r>
                        <a:rPr kumimoji="1" lang="en-US" altLang="ja-JP" sz="2800" baseline="-25000" dirty="0" smtClean="0"/>
                        <a:t>2</a:t>
                      </a:r>
                      <a:r>
                        <a:rPr kumimoji="1" lang="en-US" altLang="ja-JP" sz="2800" dirty="0" smtClean="0"/>
                        <a:t>  {</a:t>
                      </a:r>
                      <a:r>
                        <a:rPr kumimoji="1" lang="en-US" altLang="ja-JP" sz="2800" dirty="0" smtClean="0"/>
                        <a:t>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572788"/>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extLst>
              <p:ext uri="{D42A27DB-BD31-4B8C-83A1-F6EECF244321}">
                <p14:modId xmlns:p14="http://schemas.microsoft.com/office/powerpoint/2010/main" val="3070872163"/>
              </p:ext>
            </p:extLst>
          </p:nvPr>
        </p:nvGraphicFramePr>
        <p:xfrm>
          <a:off x="739257" y="2336040"/>
          <a:ext cx="5106547" cy="1036319"/>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a:t>
                      </a:r>
                      <a:r>
                        <a:rPr kumimoji="1" lang="en-US" altLang="ja-JP" sz="2800" baseline="0" dirty="0" smtClean="0"/>
                        <a:t>  </a:t>
                      </a:r>
                      <a:r>
                        <a:rPr kumimoji="1" lang="en-US" altLang="ja-JP" sz="2800" dirty="0" smtClean="0"/>
                        <a:t>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665192"/>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extLst>
              <p:ext uri="{D42A27DB-BD31-4B8C-83A1-F6EECF244321}">
                <p14:modId xmlns:p14="http://schemas.microsoft.com/office/powerpoint/2010/main" val="4173782760"/>
              </p:ext>
            </p:extLst>
          </p:nvPr>
        </p:nvGraphicFramePr>
        <p:xfrm>
          <a:off x="725614" y="3442092"/>
          <a:ext cx="4574280" cy="1036319"/>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626290"/>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620545"/>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extLst>
              <p:ext uri="{D42A27DB-BD31-4B8C-83A1-F6EECF244321}">
                <p14:modId xmlns:p14="http://schemas.microsoft.com/office/powerpoint/2010/main" val="6510797"/>
              </p:ext>
            </p:extLst>
          </p:nvPr>
        </p:nvGraphicFramePr>
        <p:xfrm>
          <a:off x="694459" y="5358340"/>
          <a:ext cx="4458266" cy="1036319"/>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a:t>
                      </a:r>
                      <a:r>
                        <a:rPr kumimoji="1" lang="en-US" altLang="ja-JP" sz="2800" baseline="0" dirty="0" smtClean="0">
                          <a:sym typeface="Symbol"/>
                        </a:rPr>
                        <a:t> </a:t>
                      </a:r>
                      <a:r>
                        <a:rPr kumimoji="1" lang="en-US" altLang="ja-JP" sz="2800" dirty="0" smtClean="0">
                          <a:sym typeface="Symbol"/>
                        </a:rPr>
                        <a:t>   </a:t>
                      </a:r>
                      <a:r>
                        <a:rPr kumimoji="1" lang="en-US" altLang="ja-JP" sz="2800" dirty="0" smtClean="0"/>
                        <a:t>{P’}  S  {Q’}</a:t>
                      </a:r>
                      <a:r>
                        <a:rPr kumimoji="1" lang="en-US" altLang="ja-JP" sz="2800" baseline="0" dirty="0" smtClean="0"/>
                        <a:t>  </a:t>
                      </a:r>
                      <a:r>
                        <a:rPr kumimoji="1" lang="en-US" altLang="ja-JP" sz="2800" dirty="0" smtClean="0"/>
                        <a:t>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99183" y="5606051"/>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6476"/>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01998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29159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29542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378460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369492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19198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x := x – 1 { x  0 }</a:t>
            </a:r>
            <a:endParaRPr lang="ja-JP" altLang="en-US" dirty="0"/>
          </a:p>
        </p:txBody>
      </p:sp>
      <p:cxnSp>
        <p:nvCxnSpPr>
          <p:cNvPr id="21" name="直線コネクタ 20"/>
          <p:cNvCxnSpPr/>
          <p:nvPr/>
        </p:nvCxnSpPr>
        <p:spPr>
          <a:xfrm flipV="1">
            <a:off x="261580" y="312173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57222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57197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53488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490958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43169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286076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28527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30908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62056" y="5409507"/>
            <a:ext cx="8897278" cy="1384995"/>
          </a:xfrm>
          <a:prstGeom prst="rect">
            <a:avLst/>
          </a:prstGeom>
        </p:spPr>
        <p:txBody>
          <a:bodyPr wrap="square">
            <a:spAutoFit/>
          </a:bodyPr>
          <a:lstStyle/>
          <a:p>
            <a:r>
              <a:rPr lang="ja-JP" altLang="en-US" sz="2800" dirty="0" smtClean="0">
                <a:sym typeface="Symbol"/>
              </a:rPr>
              <a:t>（補足</a:t>
            </a:r>
            <a:r>
              <a:rPr lang="en-US" altLang="ja-JP" sz="2800" dirty="0" smtClean="0">
                <a:sym typeface="Symbol"/>
              </a:rPr>
              <a:t>1</a:t>
            </a:r>
            <a:r>
              <a:rPr lang="ja-JP" altLang="en-US" sz="2800" dirty="0" smtClean="0">
                <a:sym typeface="Symbol"/>
              </a:rPr>
              <a:t>）</a:t>
            </a:r>
            <a:r>
              <a:rPr lang="en-US" altLang="ja-JP" sz="2800" dirty="0">
                <a:sym typeface="Symbol"/>
              </a:rPr>
              <a:t>1</a:t>
            </a:r>
            <a:r>
              <a:rPr lang="ja-JP" altLang="en-US" sz="2800" dirty="0" smtClean="0">
                <a:sym typeface="Symbol"/>
              </a:rPr>
              <a:t>つの文に対して成り立つ</a:t>
            </a:r>
            <a:r>
              <a:rPr lang="en-US" altLang="ja-JP" sz="2800" dirty="0" smtClean="0">
                <a:sym typeface="Symbol"/>
              </a:rPr>
              <a:t>Hoare triple</a:t>
            </a:r>
            <a:r>
              <a:rPr lang="ja-JP" altLang="en-US" sz="2800" dirty="0" smtClean="0">
                <a:sym typeface="Symbol"/>
              </a:rPr>
              <a:t>は複数存在する。</a:t>
            </a:r>
            <a:endParaRPr lang="en-US" altLang="ja-JP" sz="2800" dirty="0" smtClean="0">
              <a:sym typeface="Symbol"/>
            </a:endParaRPr>
          </a:p>
          <a:p>
            <a:r>
              <a:rPr lang="ja-JP" altLang="en-US" sz="2800" dirty="0" smtClean="0">
                <a:sym typeface="Symbol"/>
              </a:rPr>
              <a:t>（補足</a:t>
            </a:r>
            <a:r>
              <a:rPr lang="en-US" altLang="ja-JP" sz="2800" dirty="0" smtClean="0">
                <a:sym typeface="Symbol"/>
              </a:rPr>
              <a:t>2</a:t>
            </a:r>
            <a:r>
              <a:rPr lang="ja-JP" altLang="en-US" sz="2800" dirty="0" smtClean="0">
                <a:sym typeface="Symbol"/>
              </a:rPr>
              <a:t>）</a:t>
            </a:r>
            <a:r>
              <a:rPr lang="en-US" altLang="ja-JP" sz="2800" dirty="0" smtClean="0">
                <a:sym typeface="Symbol"/>
              </a:rPr>
              <a:t>consequence</a:t>
            </a:r>
            <a:r>
              <a:rPr lang="ja-JP" altLang="en-US" sz="2800" dirty="0" smtClean="0">
                <a:sym typeface="Symbol"/>
              </a:rPr>
              <a:t>規則は一方だけの適用も可とする。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652367"/>
            <a:ext cx="3514679" cy="1815882"/>
          </a:xfrm>
          <a:prstGeom prst="rect">
            <a:avLst/>
          </a:prstGeom>
          <a:noFill/>
        </p:spPr>
        <p:txBody>
          <a:bodyPr wrap="none" rtlCol="0">
            <a:spAutoFit/>
          </a:bodyPr>
          <a:lstStyle/>
          <a:p>
            <a:r>
              <a:rPr kumimoji="1" lang="en-US" altLang="ja-JP" sz="2800" dirty="0" smtClean="0"/>
              <a:t>r </a:t>
            </a:r>
            <a:r>
              <a:rPr kumimoji="1" lang="en-US" altLang="ja-JP" sz="2800" dirty="0" smtClean="0"/>
              <a:t>:= x; </a:t>
            </a:r>
            <a:endParaRPr kumimoji="1" lang="en-US" altLang="ja-JP" sz="2800" dirty="0" smtClean="0"/>
          </a:p>
          <a:p>
            <a:r>
              <a:rPr kumimoji="1" lang="en-US" altLang="ja-JP" sz="2800" dirty="0" smtClean="0"/>
              <a:t>q </a:t>
            </a:r>
            <a:r>
              <a:rPr kumimoji="1" lang="en-US" altLang="ja-JP" sz="2800" dirty="0" smtClean="0"/>
              <a:t>:= </a:t>
            </a:r>
            <a:r>
              <a:rPr kumimoji="1" lang="en-US" altLang="ja-JP" sz="2800" dirty="0" smtClean="0"/>
              <a:t>0; </a:t>
            </a:r>
            <a:endParaRPr kumimoji="1" lang="en-US" altLang="ja-JP" sz="2800" dirty="0" smtClean="0"/>
          </a:p>
          <a:p>
            <a:r>
              <a:rPr lang="en-US" altLang="ja-JP" sz="2800" dirty="0" smtClean="0"/>
              <a:t>while </a:t>
            </a:r>
            <a:r>
              <a:rPr lang="en-US" altLang="ja-JP" sz="2800" dirty="0" smtClean="0"/>
              <a:t>y </a:t>
            </a:r>
            <a:r>
              <a:rPr lang="en-US" altLang="ja-JP" sz="2800" dirty="0" smtClean="0">
                <a:sym typeface="Symbol"/>
              </a:rPr>
              <a:t> r do </a:t>
            </a:r>
          </a:p>
          <a:p>
            <a:r>
              <a:rPr lang="en-US" altLang="ja-JP" sz="2800" dirty="0" smtClean="0">
                <a:sym typeface="Symbol"/>
              </a:rPr>
              <a:t>     </a:t>
            </a:r>
            <a:r>
              <a:rPr lang="en-US" altLang="ja-JP" sz="2800" dirty="0" smtClean="0">
                <a:sym typeface="Symbol"/>
              </a:rPr>
              <a:t>(r </a:t>
            </a:r>
            <a:r>
              <a:rPr lang="en-US" altLang="ja-JP" sz="2800" dirty="0" smtClean="0">
                <a:sym typeface="Symbol"/>
              </a:rPr>
              <a:t>:= r – y; q := 1 + </a:t>
            </a:r>
            <a:r>
              <a:rPr lang="en-US" altLang="ja-JP" sz="2800" dirty="0" smtClean="0">
                <a:sym typeface="Symbol"/>
              </a:rPr>
              <a:t>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618910"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の導出は省略する。</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変数、整数、和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a:t>
            </a:r>
            <a:r>
              <a:rPr lang="en-US" altLang="ja-JP" sz="2800" dirty="0" smtClean="0"/>
              <a:t>6</a:t>
            </a:r>
            <a:r>
              <a:rPr lang="ja-JP" altLang="en-US" sz="2800" dirty="0" smtClean="0"/>
              <a:t>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基本データ型は範囲は有限であり、それに対応した規則が実際には必要である。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a:t>
            </a:r>
            <a:r>
              <a:rPr lang="en-US" altLang="ja-JP" sz="2800" dirty="0" smtClean="0"/>
              <a:t>0</a:t>
            </a:r>
            <a:r>
              <a:rPr lang="ja-JP" altLang="en-US" sz="2800" dirty="0" smtClean="0"/>
              <a:t>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1192</TotalTime>
  <Words>2912</Words>
  <Application>Microsoft Macintosh PowerPoint</Application>
  <PresentationFormat>画面に合わせる (4:3)</PresentationFormat>
  <Paragraphs>218</Paragraphs>
  <Slides>24</Slides>
  <Notes>1</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第3回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参考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Isao Sasano</cp:lastModifiedBy>
  <cp:revision>529</cp:revision>
  <dcterms:created xsi:type="dcterms:W3CDTF">2009-10-18T07:18:34Z</dcterms:created>
  <dcterms:modified xsi:type="dcterms:W3CDTF">2013-11-15T05:14:04Z</dcterms:modified>
</cp:coreProperties>
</file>
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-1472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interSettings" Target="printerSettings/printerSettings1.bin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CCB013-1BCF-4E3C-9FB7-214F93471AFE}" type="datetimeFigureOut">
              <a:rPr kumimoji="1" lang="ja-JP" altLang="en-US" smtClean="0"/>
              <a:pPr/>
              <a:t>2013/10/28</a:t>
            </a:fld>
            <a:endParaRPr kumimoji="1"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8B94CD-062B-4D2A-90C9-B96C38A6BB1A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1893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 サブタイトルの書式設定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2013/10/28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2013/10/28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2013/10/28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2013/10/28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2013/10/28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2013/10/28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2013/10/28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2013/10/28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2013/10/28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2013/10/28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2013/10/28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ED720-0104-4369-84BC-D37694168613}" type="datetimeFigureOut">
              <a:rPr kumimoji="1" lang="ja-JP" altLang="en-US" smtClean="0"/>
              <a:pPr/>
              <a:t>2013/10/28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2018655"/>
          </a:xfrm>
        </p:spPr>
        <p:txBody>
          <a:bodyPr>
            <a:normAutofit/>
          </a:bodyPr>
          <a:lstStyle/>
          <a:p>
            <a:r>
              <a:rPr kumimoji="1" lang="ja-JP" altLang="en-US" dirty="0" smtClean="0"/>
              <a:t>プログラミング入門２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lang="ja-JP" altLang="en-US" dirty="0" smtClean="0"/>
              <a:t>第６回の補足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428860" y="5058803"/>
            <a:ext cx="40190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 smtClean="0"/>
              <a:t>情報工学科   篠埜　功</a:t>
            </a:r>
            <a:endParaRPr kumimoji="1" lang="ja-JP" altLang="en-US" sz="320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 dirty="0" smtClean="0"/>
              <a:t>ダブルクォートやクォート</a:t>
            </a:r>
            <a:r>
              <a:rPr kumimoji="1" lang="ja-JP" altLang="en-US" dirty="0" smtClean="0"/>
              <a:t>の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表示</a:t>
            </a:r>
            <a:r>
              <a:rPr kumimoji="1" lang="ja-JP" altLang="en-US" dirty="0" smtClean="0"/>
              <a:t>等について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 smtClean="0"/>
              <a:t>ダブルクォートやクォート自体をダブルクォートやクォートの中に書きたい場合は、バックスラッシュをその前につけるようにしてください。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053325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 smtClean="0"/>
              <a:t>例</a:t>
            </a:r>
            <a:r>
              <a:rPr lang="en-US" altLang="ja-JP" dirty="0" smtClean="0"/>
              <a:t>1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971600" y="2492896"/>
            <a:ext cx="4572000" cy="353943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US" altLang="ja-JP" sz="2800" dirty="0"/>
              <a:t>#include &lt;</a:t>
            </a:r>
            <a:r>
              <a:rPr lang="en-US" altLang="ja-JP" sz="2800" dirty="0" err="1"/>
              <a:t>stdio.h</a:t>
            </a:r>
            <a:r>
              <a:rPr lang="en-US" altLang="ja-JP" sz="2800" dirty="0"/>
              <a:t>&gt;</a:t>
            </a:r>
          </a:p>
          <a:p>
            <a:r>
              <a:rPr lang="en-US" altLang="ja-JP" sz="2800" dirty="0" err="1"/>
              <a:t>int</a:t>
            </a:r>
            <a:r>
              <a:rPr lang="en-US" altLang="ja-JP" sz="2800" dirty="0"/>
              <a:t> main (void) {</a:t>
            </a:r>
          </a:p>
          <a:p>
            <a:r>
              <a:rPr lang="en-US" altLang="ja-JP" sz="2800" dirty="0"/>
              <a:t>  </a:t>
            </a:r>
            <a:r>
              <a:rPr lang="en-US" altLang="ja-JP" sz="2800" dirty="0" err="1"/>
              <a:t>printf</a:t>
            </a:r>
            <a:r>
              <a:rPr lang="en-US" altLang="ja-JP" sz="2800" dirty="0"/>
              <a:t> ("\'\n");</a:t>
            </a:r>
          </a:p>
          <a:p>
            <a:r>
              <a:rPr lang="en-US" altLang="ja-JP" sz="2800" dirty="0"/>
              <a:t>  </a:t>
            </a:r>
            <a:r>
              <a:rPr lang="en-US" altLang="ja-JP" sz="2800" dirty="0" err="1"/>
              <a:t>printf</a:t>
            </a:r>
            <a:r>
              <a:rPr lang="en-US" altLang="ja-JP" sz="2800" dirty="0"/>
              <a:t> ("\"\n");</a:t>
            </a:r>
          </a:p>
          <a:p>
            <a:r>
              <a:rPr lang="en-US" altLang="ja-JP" sz="2800" dirty="0"/>
              <a:t>  </a:t>
            </a:r>
            <a:r>
              <a:rPr lang="en-US" altLang="ja-JP" sz="2800" dirty="0" err="1"/>
              <a:t>printf</a:t>
            </a:r>
            <a:r>
              <a:rPr lang="en-US" altLang="ja-JP" sz="2800" dirty="0"/>
              <a:t> ("%c\n", '\'');</a:t>
            </a:r>
          </a:p>
          <a:p>
            <a:r>
              <a:rPr lang="en-US" altLang="ja-JP" sz="2800" dirty="0"/>
              <a:t>  </a:t>
            </a:r>
            <a:r>
              <a:rPr lang="en-US" altLang="ja-JP" sz="2800" dirty="0" err="1"/>
              <a:t>printf</a:t>
            </a:r>
            <a:r>
              <a:rPr lang="en-US" altLang="ja-JP" sz="2800" dirty="0"/>
              <a:t> ("%c\n", '\"');</a:t>
            </a:r>
          </a:p>
          <a:p>
            <a:r>
              <a:rPr lang="en-US" altLang="ja-JP" sz="2800" dirty="0"/>
              <a:t>  return 0;</a:t>
            </a:r>
          </a:p>
          <a:p>
            <a:r>
              <a:rPr lang="en-US" altLang="ja-JP" sz="2800" dirty="0"/>
              <a:t>}</a:t>
            </a:r>
          </a:p>
        </p:txBody>
      </p:sp>
      <p:sp>
        <p:nvSpPr>
          <p:cNvPr id="5" name="正方形/長方形 4"/>
          <p:cNvSpPr/>
          <p:nvPr/>
        </p:nvSpPr>
        <p:spPr>
          <a:xfrm>
            <a:off x="827584" y="1628800"/>
            <a:ext cx="6721712" cy="5847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3200" dirty="0" smtClean="0"/>
              <a:t>ダブルクォートやクォートを表示する例</a:t>
            </a:r>
            <a:endParaRPr lang="ja-JP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798800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 smtClean="0"/>
              <a:t>例</a:t>
            </a:r>
            <a:r>
              <a:rPr lang="en-US" altLang="ja-JP" dirty="0"/>
              <a:t>2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899592" y="2636912"/>
            <a:ext cx="4572000" cy="397031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US" altLang="ja-JP" sz="2800" dirty="0"/>
              <a:t>#include &lt;</a:t>
            </a:r>
            <a:r>
              <a:rPr lang="en-US" altLang="ja-JP" sz="2800" dirty="0" err="1"/>
              <a:t>stdio.h</a:t>
            </a:r>
            <a:r>
              <a:rPr lang="en-US" altLang="ja-JP" sz="2800" dirty="0"/>
              <a:t>&gt;</a:t>
            </a:r>
          </a:p>
          <a:p>
            <a:r>
              <a:rPr lang="en-US" altLang="ja-JP" sz="2800" dirty="0" err="1"/>
              <a:t>int</a:t>
            </a:r>
            <a:r>
              <a:rPr lang="en-US" altLang="ja-JP" sz="2800" dirty="0"/>
              <a:t> main (void) {</a:t>
            </a:r>
          </a:p>
          <a:p>
            <a:r>
              <a:rPr lang="en-US" altLang="ja-JP" sz="2800" dirty="0"/>
              <a:t>  </a:t>
            </a:r>
            <a:r>
              <a:rPr lang="en-US" altLang="ja-JP" sz="2800" dirty="0" err="1"/>
              <a:t>int</a:t>
            </a:r>
            <a:r>
              <a:rPr lang="en-US" altLang="ja-JP" sz="2800" dirty="0"/>
              <a:t> </a:t>
            </a:r>
            <a:r>
              <a:rPr lang="en-US" altLang="ja-JP" sz="2800" dirty="0" err="1"/>
              <a:t>x,y</a:t>
            </a:r>
            <a:r>
              <a:rPr lang="en-US" altLang="ja-JP" sz="2800" dirty="0"/>
              <a:t>;</a:t>
            </a:r>
          </a:p>
          <a:p>
            <a:r>
              <a:rPr lang="en-US" altLang="ja-JP" sz="2800" dirty="0"/>
              <a:t>  x = '\'';</a:t>
            </a:r>
          </a:p>
          <a:p>
            <a:r>
              <a:rPr lang="en-US" altLang="ja-JP" sz="2800" dirty="0"/>
              <a:t>  y = '\"';</a:t>
            </a:r>
          </a:p>
          <a:p>
            <a:r>
              <a:rPr lang="en-US" altLang="ja-JP" sz="2800" dirty="0"/>
              <a:t>  </a:t>
            </a:r>
            <a:r>
              <a:rPr lang="en-US" altLang="ja-JP" sz="2800" dirty="0" err="1"/>
              <a:t>printf</a:t>
            </a:r>
            <a:r>
              <a:rPr lang="en-US" altLang="ja-JP" sz="2800" dirty="0"/>
              <a:t> ("%c\n", x);</a:t>
            </a:r>
          </a:p>
          <a:p>
            <a:r>
              <a:rPr lang="en-US" altLang="ja-JP" sz="2800" dirty="0"/>
              <a:t>  </a:t>
            </a:r>
            <a:r>
              <a:rPr lang="en-US" altLang="ja-JP" sz="2800" dirty="0" err="1"/>
              <a:t>printf</a:t>
            </a:r>
            <a:r>
              <a:rPr lang="en-US" altLang="ja-JP" sz="2800" dirty="0"/>
              <a:t> ("%c\n", y);</a:t>
            </a:r>
          </a:p>
          <a:p>
            <a:r>
              <a:rPr lang="en-US" altLang="ja-JP" sz="2800" dirty="0"/>
              <a:t>  return 0;</a:t>
            </a:r>
          </a:p>
          <a:p>
            <a:r>
              <a:rPr lang="en-US" altLang="ja-JP" sz="2800" dirty="0"/>
              <a:t>}</a:t>
            </a:r>
          </a:p>
        </p:txBody>
      </p:sp>
      <p:sp>
        <p:nvSpPr>
          <p:cNvPr id="5" name="正方形/長方形 4"/>
          <p:cNvSpPr/>
          <p:nvPr/>
        </p:nvSpPr>
        <p:spPr>
          <a:xfrm>
            <a:off x="827584" y="1340768"/>
            <a:ext cx="8194872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3200" dirty="0" smtClean="0"/>
              <a:t>ダブルクォートやクォートを変数に代入してから</a:t>
            </a:r>
            <a:endParaRPr lang="en-US" altLang="ja-JP" sz="3200" dirty="0" smtClean="0"/>
          </a:p>
          <a:p>
            <a:r>
              <a:rPr lang="ja-JP" altLang="en-US" sz="3200" dirty="0" smtClean="0"/>
              <a:t>表示する例</a:t>
            </a:r>
            <a:endParaRPr lang="ja-JP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8913682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1766</TotalTime>
  <Words>193</Words>
  <Application>Microsoft Macintosh PowerPoint</Application>
  <PresentationFormat>画面に合わせる (4:3)</PresentationFormat>
  <Paragraphs>26</Paragraphs>
  <Slides>4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5" baseType="lpstr">
      <vt:lpstr>Office テーマ</vt:lpstr>
      <vt:lpstr>プログラミング入門２ 第６回の補足</vt:lpstr>
      <vt:lpstr>ダブルクォートやクォートの 表示等について</vt:lpstr>
      <vt:lpstr>例1</vt:lpstr>
      <vt:lpstr>例2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プログラミング入門２ 第７回</dc:title>
  <dc:creator>sasano</dc:creator>
  <cp:lastModifiedBy>Sasano Isao</cp:lastModifiedBy>
  <cp:revision>927</cp:revision>
  <dcterms:created xsi:type="dcterms:W3CDTF">2009-10-26T06:53:54Z</dcterms:created>
  <dcterms:modified xsi:type="dcterms:W3CDTF">2013-10-28T07:40:57Z</dcterms:modified>
</cp:coreProperties>
</file>
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-1344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98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637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93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2144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8776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6784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2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5541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077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278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62328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A98B09-8318-AE4E-943B-6A7D170F1480}" type="datetimeFigureOut">
              <a:rPr kumimoji="1" lang="ja-JP" altLang="en-US" smtClean="0"/>
              <a:t>2013/12/02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67DE7-C4C8-3347-B41F-C007829E99C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1926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ja-JP" dirty="0" err="1" smtClean="0"/>
              <a:t>Scanf</a:t>
            </a:r>
            <a:r>
              <a:rPr lang="ja-JP" altLang="en-US" dirty="0" smtClean="0"/>
              <a:t>について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1736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err="1"/>
              <a:t>s</a:t>
            </a:r>
            <a:r>
              <a:rPr kumimoji="1" lang="en-US" altLang="ja-JP" dirty="0" err="1" smtClean="0"/>
              <a:t>canf</a:t>
            </a:r>
            <a:r>
              <a:rPr kumimoji="1" lang="ja-JP" altLang="en-US" dirty="0" smtClean="0"/>
              <a:t>について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40504" y="1417638"/>
            <a:ext cx="761789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smtClean="0"/>
              <a:t>char c;</a:t>
            </a:r>
          </a:p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(“%d”, &amp;n);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(“%c”, &amp;c);</a:t>
            </a:r>
          </a:p>
          <a:p>
            <a:r>
              <a:rPr lang="ja-JP" altLang="en-US" sz="2400" dirty="0" smtClean="0"/>
              <a:t>のようなプログラムにおいて、例えば</a:t>
            </a:r>
            <a:r>
              <a:rPr lang="en-US" altLang="ja-JP" sz="2400" dirty="0" smtClean="0"/>
              <a:t>5</a:t>
            </a:r>
            <a:r>
              <a:rPr lang="ja-JP" altLang="en-US" sz="2400" dirty="0" smtClean="0"/>
              <a:t>を入力すると、</a:t>
            </a:r>
            <a:r>
              <a:rPr lang="en-US" altLang="ja-JP" sz="2400" dirty="0" smtClean="0"/>
              <a:t>n</a:t>
            </a:r>
            <a:r>
              <a:rPr lang="ja-JP" altLang="en-US" sz="2400" dirty="0" smtClean="0"/>
              <a:t>に</a:t>
            </a:r>
            <a:r>
              <a:rPr lang="en-US" altLang="ja-JP" sz="2400" dirty="0" smtClean="0"/>
              <a:t>5</a:t>
            </a:r>
            <a:r>
              <a:rPr lang="ja-JP" altLang="en-US" sz="2400" dirty="0" smtClean="0"/>
              <a:t>が代入されるが、入力のために</a:t>
            </a:r>
            <a:r>
              <a:rPr lang="en-US" altLang="ja-JP" sz="2400" dirty="0" smtClean="0"/>
              <a:t>return</a:t>
            </a:r>
            <a:r>
              <a:rPr lang="ja-JP" altLang="en-US" sz="2400" dirty="0" smtClean="0"/>
              <a:t>キーを押しており、改行文字が残っているため、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(“%c”, &amp;c);</a:t>
            </a:r>
            <a:r>
              <a:rPr lang="ja-JP" altLang="en-US" sz="2400" dirty="0" smtClean="0"/>
              <a:t>で改行文字が読み取られる。</a:t>
            </a:r>
            <a:endParaRPr lang="en-US" altLang="ja-JP" sz="2400" dirty="0" smtClean="0"/>
          </a:p>
          <a:p>
            <a:r>
              <a:rPr lang="ja-JP" altLang="en-US" sz="2400" dirty="0" smtClean="0"/>
              <a:t>なので、次の文字を読み取るために</a:t>
            </a:r>
            <a:r>
              <a:rPr lang="ja-JP" altLang="en-US" sz="2400" dirty="0" smtClean="0"/>
              <a:t>は</a:t>
            </a:r>
            <a:r>
              <a:rPr lang="ja-JP" altLang="en-US" sz="2400" dirty="0" smtClean="0"/>
              <a:t>、以下のように</a:t>
            </a:r>
            <a:r>
              <a:rPr lang="ja-JP" altLang="en-US" sz="2400" dirty="0" smtClean="0"/>
              <a:t>さらに</a:t>
            </a:r>
            <a:r>
              <a:rPr lang="ja-JP" altLang="en-US" sz="2400" dirty="0" smtClean="0"/>
              <a:t>もう一度</a:t>
            </a:r>
            <a:r>
              <a:rPr lang="en-US" altLang="ja-JP" sz="2400" dirty="0" err="1" smtClean="0"/>
              <a:t>scanf</a:t>
            </a:r>
            <a:r>
              <a:rPr lang="ja-JP" altLang="en-US" sz="2400" dirty="0" smtClean="0"/>
              <a:t>で</a:t>
            </a:r>
            <a:r>
              <a:rPr lang="ja-JP" altLang="en-US" sz="2400" dirty="0" smtClean="0"/>
              <a:t>読み取る必要がある</a:t>
            </a:r>
            <a:r>
              <a:rPr lang="ja-JP" altLang="en-US" sz="2400" dirty="0" smtClean="0"/>
              <a:t>。</a:t>
            </a:r>
            <a:endParaRPr lang="en-US" altLang="ja-JP" sz="2400" dirty="0" smtClean="0"/>
          </a:p>
          <a:p>
            <a:r>
              <a:rPr lang="en-US" altLang="ja-JP" sz="2400" dirty="0"/>
              <a:t> </a:t>
            </a:r>
            <a:r>
              <a:rPr lang="en-US" altLang="ja-JP" sz="2400" dirty="0" err="1"/>
              <a:t>scanf</a:t>
            </a:r>
            <a:r>
              <a:rPr lang="en-US" altLang="ja-JP" sz="2400" dirty="0"/>
              <a:t> (“%d”, &amp;n);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err="1"/>
              <a:t>scanf</a:t>
            </a:r>
            <a:r>
              <a:rPr lang="en-US" altLang="ja-JP" sz="2400" dirty="0"/>
              <a:t> (“%c”, &amp;c);</a:t>
            </a:r>
          </a:p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scanf</a:t>
            </a:r>
            <a:r>
              <a:rPr lang="en-US" altLang="ja-JP" sz="2400" dirty="0" smtClean="0"/>
              <a:t> </a:t>
            </a:r>
            <a:r>
              <a:rPr lang="en-US" altLang="ja-JP" sz="2400" dirty="0"/>
              <a:t>(“%c”, &amp;c)</a:t>
            </a:r>
            <a:r>
              <a:rPr lang="en-US" altLang="ja-JP" sz="2400" dirty="0" smtClean="0"/>
              <a:t>;</a:t>
            </a:r>
            <a:endParaRPr lang="en-US" altLang="ja-JP" sz="2400" dirty="0"/>
          </a:p>
        </p:txBody>
      </p:sp>
      <p:sp>
        <p:nvSpPr>
          <p:cNvPr id="3" name="正方形/長方形 2"/>
          <p:cNvSpPr/>
          <p:nvPr/>
        </p:nvSpPr>
        <p:spPr>
          <a:xfrm>
            <a:off x="3626255" y="5387955"/>
            <a:ext cx="4842831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2000" dirty="0"/>
              <a:t>%c</a:t>
            </a:r>
            <a:r>
              <a:rPr lang="ja-JP" altLang="en-US" sz="2000" dirty="0"/>
              <a:t>は空白や改行文字も読み取り対象となるので、</a:t>
            </a:r>
            <a:r>
              <a:rPr lang="en-US" altLang="ja-JP" sz="2000" dirty="0"/>
              <a:t>%d</a:t>
            </a:r>
            <a:r>
              <a:rPr lang="ja-JP" altLang="en-US" sz="2000" dirty="0"/>
              <a:t>で読み取ったあとに</a:t>
            </a:r>
            <a:r>
              <a:rPr lang="en-US" altLang="ja-JP" sz="2000" dirty="0"/>
              <a:t>%c</a:t>
            </a:r>
            <a:r>
              <a:rPr lang="ja-JP" altLang="en-US" sz="2000" dirty="0"/>
              <a:t>で読み取る場合は注意が必要。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773909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 err="1" smtClean="0"/>
              <a:t>scanf</a:t>
            </a:r>
            <a:r>
              <a:rPr kumimoji="1" lang="ja-JP" altLang="en-US" dirty="0" smtClean="0"/>
              <a:t>について（続き）</a:t>
            </a:r>
            <a:endParaRPr kumimoji="1" lang="ja-JP" altLang="en-US" dirty="0"/>
          </a:p>
        </p:txBody>
      </p:sp>
      <p:sp>
        <p:nvSpPr>
          <p:cNvPr id="4" name="正方形/長方形 3"/>
          <p:cNvSpPr/>
          <p:nvPr/>
        </p:nvSpPr>
        <p:spPr>
          <a:xfrm>
            <a:off x="823188" y="1411418"/>
            <a:ext cx="6842408" cy="41549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2400" dirty="0" err="1"/>
              <a:t>s</a:t>
            </a:r>
            <a:r>
              <a:rPr lang="en-US" altLang="ja-JP" sz="2400" dirty="0" err="1" smtClean="0"/>
              <a:t>canf</a:t>
            </a:r>
            <a:r>
              <a:rPr lang="ja-JP" altLang="en-US" sz="2400" dirty="0" smtClean="0"/>
              <a:t>で</a:t>
            </a:r>
            <a:r>
              <a:rPr lang="en-US" altLang="ja-JP" sz="2400" dirty="0" smtClean="0"/>
              <a:t>%d</a:t>
            </a:r>
            <a:r>
              <a:rPr lang="ja-JP" altLang="en-US" sz="2400" dirty="0" smtClean="0"/>
              <a:t>が指定されている場合は、数が出てくるまで、改行や空白が読み飛ばされる。</a:t>
            </a:r>
            <a:endParaRPr lang="en-US" altLang="ja-JP" sz="2400" dirty="0" smtClean="0"/>
          </a:p>
          <a:p>
            <a:r>
              <a:rPr lang="en-US" altLang="ja-JP" sz="2400" dirty="0" smtClean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n1;</a:t>
            </a:r>
            <a:endParaRPr lang="en-US" altLang="ja-JP" sz="2400" dirty="0"/>
          </a:p>
          <a:p>
            <a:r>
              <a:rPr lang="en-US" altLang="ja-JP" sz="2400" dirty="0"/>
              <a:t> </a:t>
            </a:r>
            <a:r>
              <a:rPr lang="en-US" altLang="ja-JP" sz="2400" dirty="0" err="1" smtClean="0"/>
              <a:t>int</a:t>
            </a:r>
            <a:r>
              <a:rPr lang="en-US" altLang="ja-JP" sz="2400" dirty="0" smtClean="0"/>
              <a:t> n2;</a:t>
            </a:r>
            <a:endParaRPr lang="en-US" altLang="ja-JP" sz="2400" dirty="0"/>
          </a:p>
          <a:p>
            <a:r>
              <a:rPr lang="en-US" altLang="ja-JP" sz="2400" dirty="0"/>
              <a:t> </a:t>
            </a:r>
            <a:r>
              <a:rPr lang="en-US" altLang="ja-JP" sz="2400" dirty="0" err="1"/>
              <a:t>scanf</a:t>
            </a:r>
            <a:r>
              <a:rPr lang="en-US" altLang="ja-JP" sz="2400" dirty="0"/>
              <a:t> (“%d”, &amp;</a:t>
            </a:r>
            <a:r>
              <a:rPr lang="en-US" altLang="ja-JP" sz="2400" dirty="0" smtClean="0"/>
              <a:t>n1)</a:t>
            </a:r>
            <a:r>
              <a:rPr lang="en-US" altLang="ja-JP" sz="2400" dirty="0"/>
              <a:t>;</a:t>
            </a:r>
          </a:p>
          <a:p>
            <a:r>
              <a:rPr lang="en-US" altLang="ja-JP" sz="2400" dirty="0"/>
              <a:t> </a:t>
            </a:r>
            <a:r>
              <a:rPr lang="en-US" altLang="ja-JP" sz="2400" dirty="0" err="1"/>
              <a:t>scanf</a:t>
            </a:r>
            <a:r>
              <a:rPr lang="en-US" altLang="ja-JP" sz="2400" dirty="0"/>
              <a:t> (“</a:t>
            </a:r>
            <a:r>
              <a:rPr lang="en-US" altLang="ja-JP" sz="2400" dirty="0" smtClean="0"/>
              <a:t>%d”</a:t>
            </a:r>
            <a:r>
              <a:rPr lang="en-US" altLang="ja-JP" sz="2400" dirty="0"/>
              <a:t>, </a:t>
            </a:r>
            <a:r>
              <a:rPr lang="en-US" altLang="ja-JP" sz="2400" dirty="0" smtClean="0"/>
              <a:t>&amp;n2);</a:t>
            </a:r>
          </a:p>
          <a:p>
            <a:r>
              <a:rPr lang="ja-JP" altLang="en-US" sz="2400" dirty="0" smtClean="0"/>
              <a:t>のようなプログラムだと、１回目の</a:t>
            </a:r>
            <a:r>
              <a:rPr lang="en-US" altLang="ja-JP" sz="2400" dirty="0" err="1" smtClean="0"/>
              <a:t>scanf</a:t>
            </a:r>
            <a:r>
              <a:rPr lang="ja-JP" altLang="en-US" sz="2400" dirty="0" smtClean="0"/>
              <a:t>で数を入れた後は改行文字が残っているが、次の</a:t>
            </a:r>
            <a:r>
              <a:rPr lang="en-US" altLang="ja-JP" sz="2400" dirty="0" err="1" smtClean="0"/>
              <a:t>scanf</a:t>
            </a:r>
            <a:r>
              <a:rPr lang="ja-JP" altLang="en-US" sz="2400" dirty="0" smtClean="0"/>
              <a:t>では残っていた改行文字は読み飛ばされ、その後の数字が読み取られる。（その数字の後に改行文字があったらそれは残る）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39386228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296</Words>
  <Application>Microsoft Macintosh PowerPoint</Application>
  <PresentationFormat>画面に合わせる (4:3)</PresentationFormat>
  <Paragraphs>19</Paragraphs>
  <Slides>3</Slides>
  <Notes>0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4" baseType="lpstr">
      <vt:lpstr>ホワイト</vt:lpstr>
      <vt:lpstr>Scanfについて</vt:lpstr>
      <vt:lpstr>scanfについて</vt:lpstr>
      <vt:lpstr>scanfについて（続き）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Scanfについて</dc:title>
  <dc:creator>Sasano Isao</dc:creator>
  <cp:lastModifiedBy>Sasano Isao</cp:lastModifiedBy>
  <cp:revision>11</cp:revision>
  <dcterms:created xsi:type="dcterms:W3CDTF">2012-12-03T06:20:26Z</dcterms:created>
  <dcterms:modified xsi:type="dcterms:W3CDTF">2013-12-02T05:59:30Z</dcterms:modified>
</cp:coreProperties>
</file>
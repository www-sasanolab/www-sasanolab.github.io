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-13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63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3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14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77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78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2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54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77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27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2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98B09-8318-AE4E-943B-6A7D170F1480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92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 smtClean="0"/>
              <a:t>Scanf</a:t>
            </a:r>
            <a:r>
              <a:rPr lang="ja-JP" altLang="en-US" dirty="0" smtClean="0"/>
              <a:t>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6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s</a:t>
            </a:r>
            <a:r>
              <a:rPr kumimoji="1" lang="en-US" altLang="ja-JP" dirty="0" err="1" smtClean="0"/>
              <a:t>canf</a:t>
            </a:r>
            <a:r>
              <a:rPr kumimoji="1" lang="ja-JP" altLang="en-US" dirty="0" smtClean="0"/>
              <a:t>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40504" y="1417638"/>
            <a:ext cx="76178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char c;</a:t>
            </a:r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&amp;n);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(“%c”, &amp;c);</a:t>
            </a:r>
          </a:p>
          <a:p>
            <a:r>
              <a:rPr lang="ja-JP" altLang="en-US" sz="2400" dirty="0" smtClean="0"/>
              <a:t>のようなプログラムにおいて、例えば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を入力すると、</a:t>
            </a:r>
            <a:r>
              <a:rPr lang="en-US" altLang="ja-JP" sz="2400" dirty="0" smtClean="0"/>
              <a:t>n</a:t>
            </a:r>
            <a:r>
              <a:rPr lang="ja-JP" altLang="en-US" sz="2400" dirty="0" smtClean="0"/>
              <a:t>に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が代入されるが、入力のために</a:t>
            </a:r>
            <a:r>
              <a:rPr lang="en-US" altLang="ja-JP" sz="2400" dirty="0" smtClean="0"/>
              <a:t>return</a:t>
            </a:r>
            <a:r>
              <a:rPr lang="ja-JP" altLang="en-US" sz="2400" dirty="0" smtClean="0"/>
              <a:t>キーを押しており、改行文字が残っているため、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(“%c”, &amp;c);</a:t>
            </a:r>
            <a:r>
              <a:rPr lang="ja-JP" altLang="en-US" sz="2400" dirty="0" smtClean="0"/>
              <a:t>で改行文字が読み取られる。</a:t>
            </a:r>
            <a:endParaRPr lang="en-US" altLang="ja-JP" sz="2400" dirty="0" smtClean="0"/>
          </a:p>
          <a:p>
            <a:r>
              <a:rPr lang="ja-JP" altLang="en-US" sz="2400" dirty="0" smtClean="0"/>
              <a:t>なので、次の文字を読み取るためにはさらにもう一度</a:t>
            </a:r>
            <a:r>
              <a:rPr lang="en-US" altLang="ja-JP" sz="2400" dirty="0" err="1" smtClean="0"/>
              <a:t>scanf</a:t>
            </a:r>
            <a:endParaRPr lang="en-US" altLang="ja-JP" sz="2400" dirty="0"/>
          </a:p>
          <a:p>
            <a:r>
              <a:rPr lang="ja-JP" altLang="en-US" sz="2400" dirty="0" smtClean="0"/>
              <a:t>で読み取る必要がある。</a:t>
            </a:r>
            <a:endParaRPr lang="en-US" altLang="ja-JP" sz="2400" dirty="0" smtClean="0"/>
          </a:p>
          <a:p>
            <a:r>
              <a:rPr lang="ja-JP" altLang="en-US" sz="2400" dirty="0" smtClean="0"/>
              <a:t>改行文字を読み捨てるには、上記のように</a:t>
            </a:r>
            <a:r>
              <a:rPr lang="en-US" altLang="ja-JP" sz="2400" dirty="0" smtClean="0"/>
              <a:t>%c</a:t>
            </a:r>
            <a:r>
              <a:rPr lang="ja-JP" altLang="en-US" sz="2400" dirty="0" smtClean="0"/>
              <a:t>で読み取るか、あるいは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 “); </a:t>
            </a:r>
            <a:r>
              <a:rPr lang="ja-JP" altLang="en-US" sz="2400" dirty="0" smtClean="0"/>
              <a:t>とすればよい</a:t>
            </a:r>
            <a:r>
              <a:rPr lang="ja-JP" altLang="en-US" sz="2400" dirty="0" smtClean="0"/>
              <a:t>。</a:t>
            </a:r>
            <a:endParaRPr lang="en-US" altLang="ja-JP" sz="2400" dirty="0" smtClean="0"/>
          </a:p>
        </p:txBody>
      </p:sp>
      <p:sp>
        <p:nvSpPr>
          <p:cNvPr id="3" name="正方形/長方形 2"/>
          <p:cNvSpPr/>
          <p:nvPr/>
        </p:nvSpPr>
        <p:spPr>
          <a:xfrm>
            <a:off x="777826" y="6048072"/>
            <a:ext cx="6808389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%c</a:t>
            </a:r>
            <a:r>
              <a:rPr lang="ja-JP" altLang="en-US" dirty="0"/>
              <a:t>は空白や改行文字も読み取り対象となるので、</a:t>
            </a:r>
            <a:r>
              <a:rPr lang="en-US" altLang="ja-JP" dirty="0"/>
              <a:t>%d</a:t>
            </a:r>
            <a:r>
              <a:rPr lang="ja-JP" altLang="en-US" dirty="0"/>
              <a:t>で読み取ったあとに</a:t>
            </a:r>
            <a:r>
              <a:rPr lang="en-US" altLang="ja-JP" dirty="0"/>
              <a:t>%c</a:t>
            </a:r>
            <a:r>
              <a:rPr lang="ja-JP" altLang="en-US" dirty="0"/>
              <a:t>で読み取る場合は注意が必要。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7390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 smtClean="0"/>
              <a:t>scanf</a:t>
            </a:r>
            <a:r>
              <a:rPr kumimoji="1" lang="ja-JP" altLang="en-US" dirty="0" smtClean="0"/>
              <a:t>に</a:t>
            </a:r>
            <a:r>
              <a:rPr kumimoji="1" lang="ja-JP" altLang="en-US" dirty="0" smtClean="0"/>
              <a:t>ついて</a:t>
            </a:r>
            <a:r>
              <a:rPr kumimoji="1"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23188" y="1411418"/>
            <a:ext cx="6842408" cy="4154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err="1"/>
              <a:t>s</a:t>
            </a:r>
            <a:r>
              <a:rPr lang="en-US" altLang="ja-JP" sz="2400" dirty="0" err="1" smtClean="0"/>
              <a:t>canf</a:t>
            </a:r>
            <a:r>
              <a:rPr lang="ja-JP" altLang="en-US" sz="2400" dirty="0" smtClean="0"/>
              <a:t>で</a:t>
            </a:r>
            <a:r>
              <a:rPr lang="en-US" altLang="ja-JP" sz="2400" dirty="0" smtClean="0"/>
              <a:t>%d</a:t>
            </a:r>
            <a:r>
              <a:rPr lang="ja-JP" altLang="en-US" sz="2400" dirty="0" smtClean="0"/>
              <a:t>が指定されている場合は、数が出てくるまで、改行や空白が読み飛ばされる。</a:t>
            </a:r>
            <a:endParaRPr lang="en-US" altLang="ja-JP" sz="2400" dirty="0" smtClean="0"/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n1;</a:t>
            </a:r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n2;</a:t>
            </a:r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(“%d”, &amp;</a:t>
            </a:r>
            <a:r>
              <a:rPr lang="en-US" altLang="ja-JP" sz="2400" dirty="0" smtClean="0"/>
              <a:t>n1)</a:t>
            </a:r>
            <a:r>
              <a:rPr lang="en-US" altLang="ja-JP" sz="2400" dirty="0"/>
              <a:t>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</a:t>
            </a:r>
            <a:r>
              <a:rPr lang="en-US" altLang="ja-JP" sz="2400" dirty="0" smtClean="0"/>
              <a:t>%d”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&amp;n2);</a:t>
            </a:r>
          </a:p>
          <a:p>
            <a:r>
              <a:rPr lang="ja-JP" altLang="en-US" sz="2400" dirty="0" smtClean="0"/>
              <a:t>のようなプログラムだと、１回目の</a:t>
            </a:r>
            <a:r>
              <a:rPr lang="en-US" altLang="ja-JP" sz="2400" dirty="0" err="1" smtClean="0"/>
              <a:t>scanf</a:t>
            </a:r>
            <a:r>
              <a:rPr lang="ja-JP" altLang="en-US" sz="2400" dirty="0" smtClean="0"/>
              <a:t>で数を入れた後は改行文字が残っているが、次の</a:t>
            </a:r>
            <a:r>
              <a:rPr lang="en-US" altLang="ja-JP" sz="2400" dirty="0" err="1" smtClean="0"/>
              <a:t>scanf</a:t>
            </a:r>
            <a:r>
              <a:rPr lang="ja-JP" altLang="en-US" sz="2400" dirty="0" smtClean="0"/>
              <a:t>では残っていた改行文字は読み飛ばされ、その後の数字が読み取られる。（その数字の後に改行文字があったらそれは残る）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9386228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283</Words>
  <Application>Microsoft Macintosh PowerPoint</Application>
  <PresentationFormat>画面に合わせる (4:3)</PresentationFormat>
  <Paragraphs>18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ホワイト</vt:lpstr>
      <vt:lpstr>Scanfについて</vt:lpstr>
      <vt:lpstr>scanfについて</vt:lpstr>
      <vt:lpstr>scanfについて（続き）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Scanfについて</dc:title>
  <dc:creator>Sasano Isao</dc:creator>
  <cp:lastModifiedBy>Sasano Isao</cp:lastModifiedBy>
  <cp:revision>9</cp:revision>
  <dcterms:created xsi:type="dcterms:W3CDTF">2012-12-03T06:20:26Z</dcterms:created>
  <dcterms:modified xsi:type="dcterms:W3CDTF">2012-12-03T06:39:12Z</dcterms:modified>
</cp:coreProperties>
</file>
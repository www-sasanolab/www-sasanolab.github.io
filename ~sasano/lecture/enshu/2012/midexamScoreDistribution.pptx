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-80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8BDD-9707-B64C-A85C-E6DCCC52A758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74BD4-35A0-064D-BFF1-25715607AA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65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8BDD-9707-B64C-A85C-E6DCCC52A758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74BD4-35A0-064D-BFF1-25715607AA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442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8BDD-9707-B64C-A85C-E6DCCC52A758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74BD4-35A0-064D-BFF1-25715607AA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877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8BDD-9707-B64C-A85C-E6DCCC52A758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74BD4-35A0-064D-BFF1-25715607AA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7713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8BDD-9707-B64C-A85C-E6DCCC52A758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74BD4-35A0-064D-BFF1-25715607AA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3255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8BDD-9707-B64C-A85C-E6DCCC52A758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74BD4-35A0-064D-BFF1-25715607AA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1486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8BDD-9707-B64C-A85C-E6DCCC52A758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74BD4-35A0-064D-BFF1-25715607AA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3364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8BDD-9707-B64C-A85C-E6DCCC52A758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74BD4-35A0-064D-BFF1-25715607AA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838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8BDD-9707-B64C-A85C-E6DCCC52A758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74BD4-35A0-064D-BFF1-25715607AA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140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8BDD-9707-B64C-A85C-E6DCCC52A758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74BD4-35A0-064D-BFF1-25715607AA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4785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8BDD-9707-B64C-A85C-E6DCCC52A758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74BD4-35A0-064D-BFF1-25715607AA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4880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A8BDD-9707-B64C-A85C-E6DCCC52A758}" type="datetimeFigureOut">
              <a:rPr kumimoji="1" lang="ja-JP" altLang="en-US" smtClean="0"/>
              <a:t>12/12/03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74BD4-35A0-064D-BFF1-25715607AA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4233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中間試験結果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4461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得点分布</a:t>
            </a:r>
            <a:r>
              <a:rPr kumimoji="1" lang="en-US" altLang="ja-JP" dirty="0" smtClean="0"/>
              <a:t>(36</a:t>
            </a:r>
            <a:r>
              <a:rPr kumimoji="1" lang="ja-JP" altLang="en-US" dirty="0" smtClean="0"/>
              <a:t>点満点）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160149" y="1837116"/>
            <a:ext cx="607710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受験者</a:t>
            </a:r>
            <a:r>
              <a:rPr kumimoji="1" lang="en-US" altLang="ja-JP" sz="2800" dirty="0" smtClean="0"/>
              <a:t> </a:t>
            </a:r>
            <a:r>
              <a:rPr lang="en-US" altLang="ja-JP" sz="2800" dirty="0"/>
              <a:t>105</a:t>
            </a:r>
            <a:r>
              <a:rPr lang="ja-JP" altLang="en-US" sz="2800" dirty="0"/>
              <a:t>人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得点</a:t>
            </a:r>
            <a:r>
              <a:rPr lang="ja-JP" altLang="en-US" sz="2800" dirty="0" smtClean="0"/>
              <a:t>分布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0-10: 1</a:t>
            </a:r>
            <a:r>
              <a:rPr kumimoji="1" lang="ja-JP" altLang="en-US" sz="2800" dirty="0" smtClean="0"/>
              <a:t>人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11-20: 12</a:t>
            </a:r>
            <a:r>
              <a:rPr lang="ja-JP" altLang="en-US" sz="2800" dirty="0" smtClean="0"/>
              <a:t>人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21-22 6</a:t>
            </a:r>
            <a:r>
              <a:rPr kumimoji="1" lang="ja-JP" altLang="en-US" sz="2800" dirty="0" smtClean="0"/>
              <a:t>人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23-30: 30</a:t>
            </a:r>
            <a:r>
              <a:rPr lang="ja-JP" altLang="en-US" sz="2800" dirty="0" smtClean="0"/>
              <a:t>人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31-36: 56</a:t>
            </a:r>
            <a:r>
              <a:rPr lang="ja-JP" altLang="en-US" sz="2800" dirty="0" smtClean="0"/>
              <a:t>人</a:t>
            </a:r>
            <a:endParaRPr lang="en-US" altLang="ja-JP" sz="2800" dirty="0" smtClean="0"/>
          </a:p>
          <a:p>
            <a:endParaRPr kumimoji="1" lang="en-US" altLang="ja-JP" sz="2800" dirty="0"/>
          </a:p>
          <a:p>
            <a:r>
              <a:rPr lang="en-US" altLang="ja-JP" sz="2800" dirty="0" smtClean="0"/>
              <a:t>22</a:t>
            </a:r>
            <a:r>
              <a:rPr lang="ja-JP" altLang="en-US" sz="2800" dirty="0" smtClean="0"/>
              <a:t>点以下の人は要注意です。期末の準備を十分にしてください。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276038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62</Words>
  <Application>Microsoft Macintosh PowerPoint</Application>
  <PresentationFormat>画面に合わせる (4:3)</PresentationFormat>
  <Paragraphs>11</Paragraphs>
  <Slides>2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3" baseType="lpstr">
      <vt:lpstr>ホワイト</vt:lpstr>
      <vt:lpstr>中間試験結果</vt:lpstr>
      <vt:lpstr>得点分布(36点満点）</vt:lpstr>
    </vt:vector>
  </TitlesOfParts>
  <Company>Shibaura Institute of Technology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中間試験結果</dc:title>
  <dc:creator>Sasano Isao</dc:creator>
  <cp:lastModifiedBy>Sasano Isao</cp:lastModifiedBy>
  <cp:revision>4</cp:revision>
  <dcterms:created xsi:type="dcterms:W3CDTF">2012-12-03T04:36:50Z</dcterms:created>
  <dcterms:modified xsi:type="dcterms:W3CDTF">2012-12-03T04:57:45Z</dcterms:modified>
</cp:coreProperties>
</file>
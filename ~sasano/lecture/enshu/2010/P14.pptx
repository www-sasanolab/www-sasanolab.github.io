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3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プログラミング入門２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第１４回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357422" y="4714884"/>
            <a:ext cx="4012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情報工学科　篠埜　功</a:t>
            </a:r>
            <a:endParaRPr kumimoji="1" lang="ja-JP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今日の内容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前回出題した総合演習課題の続き</a:t>
            </a:r>
            <a:endParaRPr kumimoji="1" lang="en-US" altLang="ja-JP" dirty="0" smtClean="0"/>
          </a:p>
          <a:p>
            <a:pPr marL="971550" lvl="1" indent="-514350"/>
            <a:r>
              <a:rPr lang="ja-JP" altLang="en-US" dirty="0" smtClean="0"/>
              <a:t>今日の</a:t>
            </a:r>
            <a:r>
              <a:rPr lang="en-US" altLang="ja-JP" dirty="0" smtClean="0"/>
              <a:t>16:10</a:t>
            </a:r>
            <a:r>
              <a:rPr lang="ja-JP" altLang="en-US" dirty="0" err="1" smtClean="0"/>
              <a:t>までに</a:t>
            </a:r>
            <a:r>
              <a:rPr lang="ja-JP" altLang="en-US" dirty="0" smtClean="0"/>
              <a:t>総合演習課題を終了してください。これまでの各回の課題も今日の</a:t>
            </a:r>
            <a:r>
              <a:rPr lang="en-US" altLang="ja-JP" dirty="0" smtClean="0"/>
              <a:t>16:10</a:t>
            </a:r>
            <a:r>
              <a:rPr lang="ja-JP" altLang="en-US" dirty="0" err="1" smtClean="0"/>
              <a:t>まで</a:t>
            </a:r>
            <a:r>
              <a:rPr lang="ja-JP" altLang="en-US" dirty="0" smtClean="0"/>
              <a:t>とします。それ以降は受け付けません。</a:t>
            </a:r>
            <a:endParaRPr kumimoji="1" lang="en-US" altLang="ja-JP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中間試験について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1412776"/>
            <a:ext cx="6792244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36</a:t>
            </a:r>
            <a:r>
              <a:rPr kumimoji="1" lang="ja-JP" altLang="en-US" sz="2800" dirty="0" smtClean="0"/>
              <a:t>点満点です。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受験者</a:t>
            </a:r>
            <a:r>
              <a:rPr lang="en-US" altLang="ja-JP" sz="2800" dirty="0" smtClean="0"/>
              <a:t>114</a:t>
            </a:r>
            <a:r>
              <a:rPr lang="ja-JP" altLang="en-US" sz="2800" dirty="0" smtClean="0"/>
              <a:t>名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得点分布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0-10:   0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r>
              <a:rPr lang="en-US" altLang="ja-JP" sz="2800" dirty="0" smtClean="0"/>
              <a:t>11-20: 4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21-22: 5</a:t>
            </a:r>
            <a:r>
              <a:rPr kumimoji="1" lang="ja-JP" altLang="en-US" sz="2800" dirty="0" smtClean="0"/>
              <a:t>人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23-30: 19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r>
              <a:rPr lang="en-US" altLang="ja-JP" sz="2800" dirty="0" smtClean="0"/>
              <a:t>31-36: 86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kumimoji="1" lang="en-US" altLang="ja-JP" sz="2800" dirty="0" smtClean="0"/>
              <a:t>22</a:t>
            </a:r>
            <a:r>
              <a:rPr kumimoji="1" lang="ja-JP" altLang="en-US" sz="2800" dirty="0" smtClean="0"/>
              <a:t>点以下の人は要注意です。期末の準備を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十分にしてください。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注意事項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71600" y="1340768"/>
            <a:ext cx="735811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 err="1" smtClean="0"/>
              <a:t>scanf</a:t>
            </a:r>
            <a:r>
              <a:rPr lang="ja-JP" altLang="en-US" sz="2800" dirty="0" smtClean="0"/>
              <a:t>関数の使い方ですが、</a:t>
            </a:r>
            <a:endParaRPr lang="en-US" altLang="ja-JP" sz="2800" dirty="0" smtClean="0"/>
          </a:p>
          <a:p>
            <a:pPr>
              <a:buNone/>
            </a:pPr>
            <a:r>
              <a:rPr lang="ja-JP" altLang="en-US" sz="2800" dirty="0" smtClean="0"/>
              <a:t>    </a:t>
            </a:r>
            <a:r>
              <a:rPr lang="en-US" altLang="ja-JP" sz="2800" dirty="0" err="1" smtClean="0"/>
              <a:t>scanf</a:t>
            </a:r>
            <a:r>
              <a:rPr lang="en-US" altLang="ja-JP" sz="2800" dirty="0" smtClean="0"/>
              <a:t> (“%d\n”, &amp;x);</a:t>
            </a:r>
          </a:p>
          <a:p>
            <a:pPr>
              <a:buNone/>
            </a:pPr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改行コードを入れないようにしてください。</a:t>
            </a:r>
            <a:r>
              <a:rPr lang="en-US" altLang="ja-JP" sz="2800" dirty="0" smtClean="0"/>
              <a:t> </a:t>
            </a:r>
          </a:p>
          <a:p>
            <a:pPr>
              <a:buNone/>
            </a:pPr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scanf</a:t>
            </a:r>
            <a:r>
              <a:rPr lang="en-US" altLang="ja-JP" sz="2800" dirty="0" smtClean="0"/>
              <a:t> (“%d”, &amp;x);</a:t>
            </a:r>
          </a:p>
          <a:p>
            <a:pPr>
              <a:buNone/>
            </a:pPr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記述してください。</a:t>
            </a:r>
            <a:endParaRPr lang="en-US" altLang="ja-JP" sz="2800" dirty="0" smtClean="0"/>
          </a:p>
          <a:p>
            <a:pPr>
              <a:buNone/>
            </a:pPr>
            <a:endParaRPr lang="en-US" altLang="ja-JP" sz="2800" dirty="0" smtClean="0"/>
          </a:p>
          <a:p>
            <a:pPr>
              <a:buNone/>
            </a:pPr>
            <a:r>
              <a:rPr lang="ja-JP" altLang="en-US" sz="2800" dirty="0" smtClean="0"/>
              <a:t>上の書き方だと、整数を入力して改行しても</a:t>
            </a:r>
            <a:r>
              <a:rPr lang="en-US" altLang="ja-JP" sz="2800" dirty="0" err="1" smtClean="0"/>
              <a:t>scanf</a:t>
            </a:r>
            <a:r>
              <a:rPr lang="ja-JP" altLang="en-US" sz="2800" dirty="0" smtClean="0"/>
              <a:t>関数が終わりません。</a:t>
            </a:r>
            <a:endParaRPr lang="en-US" altLang="ja-JP" sz="2800" dirty="0" smtClean="0"/>
          </a:p>
          <a:p>
            <a:pPr>
              <a:buNone/>
            </a:pPr>
            <a:endParaRPr lang="en-US" altLang="ja-JP" sz="24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期末試験について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最低限、各回の基本課題のプログラムが書けるようにしておいてください。</a:t>
            </a:r>
            <a:endParaRPr kumimoji="1" lang="en-US" altLang="ja-JP" dirty="0" smtClean="0"/>
          </a:p>
          <a:p>
            <a:r>
              <a:rPr lang="ja-JP" altLang="en-US" dirty="0" smtClean="0"/>
              <a:t>中間試験で出題した問題が解けるようにしておいてください。</a:t>
            </a:r>
            <a:endParaRPr lang="en-US" altLang="ja-JP" dirty="0" smtClean="0"/>
          </a:p>
          <a:p>
            <a:r>
              <a:rPr kumimoji="1" lang="ja-JP" altLang="en-US" dirty="0" smtClean="0"/>
              <a:t>細かい書き間違い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セミコロンの付け忘れ、中括弧の閉じ忘れ、変数宣言のし忘れ等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に注意してください。減点対象とします。</a:t>
            </a:r>
            <a:endParaRPr kumimoji="1" lang="en-US" altLang="ja-JP" dirty="0" smtClean="0"/>
          </a:p>
          <a:p>
            <a:r>
              <a:rPr lang="ja-JP" altLang="en-US" dirty="0" smtClean="0"/>
              <a:t>読みやすく書いてください。</a:t>
            </a:r>
            <a:endParaRPr kumimoji="1" lang="en-US" altLang="ja-JP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223</Words>
  <Application>Microsoft Office PowerPoint</Application>
  <PresentationFormat>画面に合わせる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Office テーマ</vt:lpstr>
      <vt:lpstr>プログラミング入門２ 第１４回</vt:lpstr>
      <vt:lpstr>今日の内容</vt:lpstr>
      <vt:lpstr>中間試験について</vt:lpstr>
      <vt:lpstr>注意事項</vt:lpstr>
      <vt:lpstr>期末試験について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 第１４回</dc:title>
  <dc:creator>sasano</dc:creator>
  <cp:lastModifiedBy>sasano</cp:lastModifiedBy>
  <cp:revision>88</cp:revision>
  <dcterms:created xsi:type="dcterms:W3CDTF">2010-01-11T09:25:49Z</dcterms:created>
  <dcterms:modified xsi:type="dcterms:W3CDTF">2010-12-24T06:07:27Z</dcterms:modified>
</cp:coreProperties>
</file>
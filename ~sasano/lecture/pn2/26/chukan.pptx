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07" r:id="rId3"/>
    <p:sldId id="317" r:id="rId4"/>
    <p:sldId id="318" r:id="rId5"/>
    <p:sldId id="319" r:id="rId6"/>
    <p:sldId id="320" r:id="rId7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3673" autoAdjust="0"/>
  </p:normalViewPr>
  <p:slideViewPr>
    <p:cSldViewPr>
      <p:cViewPr varScale="1">
        <p:scale>
          <a:sx n="120" d="100"/>
          <a:sy n="120" d="100"/>
        </p:scale>
        <p:origin x="19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0ED720-0104-4369-84BC-D37694168613}" type="datetimeFigureOut">
              <a:rPr kumimoji="1" lang="ja-JP" altLang="en-US" smtClean="0"/>
              <a:pPr/>
              <a:t>2026/9/28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8002D-B5B0-4BAC-B1F6-782DDCCE6D9C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870079"/>
          </a:xfrm>
        </p:spPr>
        <p:txBody>
          <a:bodyPr>
            <a:normAutofit fontScale="90000"/>
          </a:bodyPr>
          <a:lstStyle/>
          <a:p>
            <a:r>
              <a:rPr lang="ja-JP" altLang="en-US" dirty="0"/>
              <a:t>プログラミング入門</a:t>
            </a:r>
            <a:r>
              <a:rPr lang="en-US" altLang="ja-JP" dirty="0"/>
              <a:t>2</a:t>
            </a:r>
            <a:br>
              <a:rPr lang="en-US" altLang="ja-JP" dirty="0"/>
            </a:br>
            <a:br>
              <a:rPr lang="en-US" altLang="ja-JP" dirty="0"/>
            </a:br>
            <a:r>
              <a:rPr lang="ja-JP" altLang="en-US" dirty="0"/>
              <a:t>中間試験について</a:t>
            </a: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3821634" y="4869160"/>
            <a:ext cx="15007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800"/>
              <a:t>篠埜　</a:t>
            </a:r>
            <a:r>
              <a:rPr kumimoji="1" lang="ja-JP" altLang="en-US" sz="2800" dirty="0"/>
              <a:t>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中間試験について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510948" y="1428736"/>
            <a:ext cx="8229600" cy="5154626"/>
          </a:xfrm>
        </p:spPr>
        <p:txBody>
          <a:bodyPr>
            <a:normAutofit fontScale="62500" lnSpcReduction="20000"/>
          </a:bodyPr>
          <a:lstStyle/>
          <a:p>
            <a:r>
              <a:rPr lang="ja-JP" altLang="en-US"/>
              <a:t>普段の演習室で試験を行います。授業の座席表の通り着席してください。コロナ陽性、濃厚接触者、インフルエンザ等の場合、オンライン受講申請システムに記入したのち</a:t>
            </a:r>
            <a:r>
              <a:rPr lang="en-US" altLang="ja-JP" dirty="0"/>
              <a:t>zoom</a:t>
            </a:r>
            <a:r>
              <a:rPr lang="ja-JP" altLang="en-US"/>
              <a:t>で受験可とします。</a:t>
            </a:r>
            <a:endParaRPr lang="en-US" altLang="ja-JP" dirty="0"/>
          </a:p>
          <a:p>
            <a:r>
              <a:rPr lang="ja-JP" altLang="en-US"/>
              <a:t>中間試験の日は</a:t>
            </a:r>
            <a:r>
              <a:rPr lang="en-US" altLang="ja-JP" dirty="0"/>
              <a:t>HR</a:t>
            </a:r>
            <a:r>
              <a:rPr lang="ja-JP" altLang="en-US"/>
              <a:t>はありません。（チュータ、</a:t>
            </a:r>
            <a:r>
              <a:rPr lang="en-US" altLang="ja-JP" dirty="0"/>
              <a:t>TA</a:t>
            </a:r>
            <a:r>
              <a:rPr lang="ja-JP" altLang="en-US"/>
              <a:t>は来ません）</a:t>
            </a:r>
            <a:endParaRPr lang="en-US" altLang="ja-JP" dirty="0"/>
          </a:p>
          <a:p>
            <a:r>
              <a:rPr lang="en-US" altLang="ja-JP" dirty="0" err="1"/>
              <a:t>Scomb</a:t>
            </a:r>
            <a:r>
              <a:rPr lang="ja-JP" altLang="en-US"/>
              <a:t>で回答を提出してもらいます。</a:t>
            </a:r>
            <a:endParaRPr lang="en-US" altLang="ja-JP" dirty="0"/>
          </a:p>
          <a:p>
            <a:r>
              <a:rPr lang="ja-JP" altLang="en-US"/>
              <a:t>資料参照可とします。</a:t>
            </a:r>
            <a:r>
              <a:rPr lang="en-US" altLang="ja-JP" dirty="0" err="1"/>
              <a:t>Powerpoint</a:t>
            </a:r>
            <a:r>
              <a:rPr lang="ja-JP" altLang="en-US"/>
              <a:t>のスライド、自分のプログラムやメモなどは見て構いません。エディタやコンパイラを使っても構いません。ただし、他の人の回答を見たり、他の人と話をしたり、他の人とメールや</a:t>
            </a:r>
            <a:r>
              <a:rPr lang="en-US" altLang="ja-JP" dirty="0"/>
              <a:t>slack</a:t>
            </a:r>
            <a:r>
              <a:rPr lang="ja-JP" altLang="en-US"/>
              <a:t>などで情報をやりとりすることは禁止です。</a:t>
            </a:r>
            <a:endParaRPr lang="en-US" altLang="ja-JP" dirty="0"/>
          </a:p>
          <a:p>
            <a:r>
              <a:rPr lang="ja-JP" altLang="en-US"/>
              <a:t>選択式です。プログラム</a:t>
            </a:r>
            <a:r>
              <a:rPr lang="ja-JP" altLang="en-US" dirty="0"/>
              <a:t>の穴埋め問題、与えられたプログラムの画面への出力を問う問題、プログラムを</a:t>
            </a:r>
            <a:r>
              <a:rPr lang="ja-JP" altLang="en-US"/>
              <a:t>書き換える問題など</a:t>
            </a:r>
            <a:r>
              <a:rPr lang="ja-JP" altLang="en-US" dirty="0"/>
              <a:t>を出題</a:t>
            </a:r>
            <a:r>
              <a:rPr lang="ja-JP" altLang="en-US"/>
              <a:t>します。</a:t>
            </a:r>
            <a:endParaRPr lang="en-US" altLang="ja-JP" dirty="0"/>
          </a:p>
          <a:p>
            <a:r>
              <a:rPr lang="ja-JP" altLang="en-US" dirty="0"/>
              <a:t>各回の基本課題</a:t>
            </a:r>
            <a:r>
              <a:rPr lang="ja-JP" altLang="en-US"/>
              <a:t>のプログラムが書ける程度には勉強しておいてください。</a:t>
            </a:r>
            <a:endParaRPr lang="en-US" altLang="ja-JP" dirty="0"/>
          </a:p>
          <a:p>
            <a:r>
              <a:rPr lang="ja-JP" altLang="en-US"/>
              <a:t>問題の例を</a:t>
            </a:r>
            <a:r>
              <a:rPr lang="ja-JP" altLang="en-US" dirty="0"/>
              <a:t>次ページ以下に置いています。</a:t>
            </a:r>
            <a:endParaRPr lang="en-US" altLang="ja-JP" dirty="0"/>
          </a:p>
          <a:p>
            <a:r>
              <a:rPr lang="ja-JP" altLang="en-US" dirty="0"/>
              <a:t>試験範囲は今日の内容までと</a:t>
            </a:r>
            <a:r>
              <a:rPr lang="ja-JP" altLang="en-US"/>
              <a:t>します。</a:t>
            </a:r>
            <a:endParaRPr lang="en-US" altLang="ja-JP" dirty="0"/>
          </a:p>
          <a:p>
            <a:r>
              <a:rPr lang="ja-JP" altLang="en-US"/>
              <a:t>３限中間試験、</a:t>
            </a:r>
            <a:r>
              <a:rPr lang="en-US" altLang="ja-JP" dirty="0"/>
              <a:t>4</a:t>
            </a:r>
            <a:r>
              <a:rPr lang="ja-JP" altLang="en-US"/>
              <a:t>限キャリア教育です。キャリア教育は情報工学コースの</a:t>
            </a:r>
            <a:r>
              <a:rPr lang="en-US" altLang="ja-JP" dirty="0"/>
              <a:t>1</a:t>
            </a:r>
            <a:r>
              <a:rPr lang="ja-JP" altLang="en-US"/>
              <a:t>年生が対象です。（他学部</a:t>
            </a:r>
            <a:r>
              <a:rPr lang="en-US" altLang="ja-JP" dirty="0"/>
              <a:t>/</a:t>
            </a:r>
            <a:r>
              <a:rPr lang="ja-JP" altLang="en-US"/>
              <a:t>他コースの学生や</a:t>
            </a:r>
            <a:r>
              <a:rPr lang="en-US" altLang="ja-JP" dirty="0"/>
              <a:t>2</a:t>
            </a:r>
            <a:r>
              <a:rPr lang="ja-JP" altLang="en-US"/>
              <a:t>年生以上の学生は</a:t>
            </a:r>
            <a:r>
              <a:rPr lang="en-US" altLang="ja-JP" dirty="0"/>
              <a:t>4</a:t>
            </a:r>
            <a:r>
              <a:rPr lang="ja-JP" altLang="en-US"/>
              <a:t>限は参加しなくて</a:t>
            </a:r>
            <a:r>
              <a:rPr lang="en-US" altLang="ja-JP" dirty="0"/>
              <a:t>OK</a:t>
            </a:r>
            <a:r>
              <a:rPr lang="ja-JP" altLang="en-US"/>
              <a:t>です）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52653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中間</a:t>
            </a:r>
            <a:r>
              <a:rPr lang="ja-JP" altLang="en-US"/>
              <a:t>試験問題例</a:t>
            </a:r>
            <a:r>
              <a:rPr lang="en-US" altLang="ja-JP" dirty="0"/>
              <a:t>1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395536" y="1412776"/>
            <a:ext cx="821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以下のプログラムを実行したときの画面への出力結果を書け。</a:t>
            </a: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827584" y="2276872"/>
            <a:ext cx="2939953" cy="3539431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#include &lt;</a:t>
            </a:r>
            <a:r>
              <a:rPr lang="en-US" altLang="ja-JP" sz="2800" dirty="0" err="1"/>
              <a:t>stdio.h</a:t>
            </a:r>
            <a:r>
              <a:rPr lang="en-US" altLang="ja-JP" sz="2800" dirty="0"/>
              <a:t>&gt;</a:t>
            </a:r>
          </a:p>
          <a:p>
            <a:r>
              <a:rPr lang="en-US" altLang="ja-JP" sz="2800" dirty="0" err="1"/>
              <a:t>int</a:t>
            </a:r>
            <a:r>
              <a:rPr lang="en-US" altLang="ja-JP" sz="2800" dirty="0"/>
              <a:t> main (void) {</a:t>
            </a:r>
          </a:p>
          <a:p>
            <a:r>
              <a:rPr lang="fr-FR" altLang="ja-JP" sz="2800" dirty="0"/>
              <a:t>  </a:t>
            </a:r>
            <a:r>
              <a:rPr lang="fr-FR" altLang="ja-JP" sz="2800" dirty="0" err="1"/>
              <a:t>int</a:t>
            </a:r>
            <a:r>
              <a:rPr lang="fr-FR" altLang="ja-JP" sz="2800" dirty="0"/>
              <a:t> x=10;</a:t>
            </a:r>
          </a:p>
          <a:p>
            <a:r>
              <a:rPr lang="fr-FR" altLang="ja-JP" sz="2800" dirty="0"/>
              <a:t>  </a:t>
            </a:r>
            <a:r>
              <a:rPr lang="fr-FR" altLang="ja-JP" sz="2800" dirty="0" err="1"/>
              <a:t>int</a:t>
            </a:r>
            <a:r>
              <a:rPr lang="fr-FR" altLang="ja-JP" sz="2800" dirty="0"/>
              <a:t> y=20;</a:t>
            </a:r>
          </a:p>
          <a:p>
            <a:r>
              <a:rPr lang="fr-FR" altLang="ja-JP" sz="2800" dirty="0"/>
              <a:t>  x=y=2;</a:t>
            </a:r>
          </a:p>
          <a:p>
            <a:r>
              <a:rPr lang="ro-RO" altLang="ja-JP" sz="2800" dirty="0"/>
              <a:t>  printf ("%d\n", x);</a:t>
            </a:r>
          </a:p>
          <a:p>
            <a:r>
              <a:rPr lang="is-IS" altLang="ja-JP" sz="2800" dirty="0"/>
              <a:t>  return 0;</a:t>
            </a:r>
          </a:p>
          <a:p>
            <a:r>
              <a:rPr lang="is-IS" altLang="ja-JP" sz="2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94423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解答例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1547664" y="2276872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2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945626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中間</a:t>
            </a:r>
            <a:r>
              <a:rPr kumimoji="1" lang="ja-JP" altLang="en-US"/>
              <a:t>試験問題例</a:t>
            </a:r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4" name="正方形/長方形 3"/>
          <p:cNvSpPr/>
          <p:nvPr/>
        </p:nvSpPr>
        <p:spPr>
          <a:xfrm>
            <a:off x="899592" y="2276872"/>
            <a:ext cx="4572000" cy="3970318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>
            <a:spAutoFit/>
          </a:bodyPr>
          <a:lstStyle/>
          <a:p>
            <a:r>
              <a:rPr lang="en-US" altLang="ja-JP" sz="2800" dirty="0"/>
              <a:t>#include &lt;</a:t>
            </a:r>
            <a:r>
              <a:rPr lang="en-US" altLang="ja-JP" sz="2800" dirty="0" err="1"/>
              <a:t>stdio.h</a:t>
            </a:r>
            <a:r>
              <a:rPr lang="en-US" altLang="ja-JP" sz="2800" dirty="0"/>
              <a:t>&gt;</a:t>
            </a:r>
          </a:p>
          <a:p>
            <a:r>
              <a:rPr lang="fr-FR" altLang="ja-JP" sz="2800" dirty="0" err="1"/>
              <a:t>int</a:t>
            </a:r>
            <a:r>
              <a:rPr lang="fr-FR" altLang="ja-JP" sz="2800" dirty="0"/>
              <a:t> main () {</a:t>
            </a:r>
          </a:p>
          <a:p>
            <a:r>
              <a:rPr lang="fr-FR" altLang="ja-JP" sz="2800" dirty="0"/>
              <a:t>  </a:t>
            </a:r>
            <a:r>
              <a:rPr lang="fr-FR" altLang="ja-JP" sz="2800" dirty="0" err="1"/>
              <a:t>int</a:t>
            </a:r>
            <a:r>
              <a:rPr lang="fr-FR" altLang="ja-JP" sz="2800" dirty="0"/>
              <a:t> x=1;</a:t>
            </a:r>
          </a:p>
          <a:p>
            <a:r>
              <a:rPr lang="en-US" altLang="ja-JP" sz="2800" dirty="0"/>
              <a:t>  while (x &lt; 5) {</a:t>
            </a:r>
          </a:p>
          <a:p>
            <a:r>
              <a:rPr lang="fr-FR" altLang="ja-JP" sz="2800" dirty="0"/>
              <a:t>     x = x + 1;</a:t>
            </a:r>
          </a:p>
          <a:p>
            <a:r>
              <a:rPr lang="fr-FR" altLang="ja-JP" sz="2800" dirty="0"/>
              <a:t>  }</a:t>
            </a:r>
          </a:p>
          <a:p>
            <a:r>
              <a:rPr lang="ro-RO" altLang="ja-JP" sz="2800" dirty="0"/>
              <a:t>  printf("%d\n", x);</a:t>
            </a:r>
          </a:p>
          <a:p>
            <a:r>
              <a:rPr lang="is-IS" altLang="ja-JP" sz="2800" dirty="0"/>
              <a:t>  return 0;</a:t>
            </a:r>
          </a:p>
          <a:p>
            <a:r>
              <a:rPr lang="is-IS" altLang="ja-JP" sz="2800" dirty="0"/>
              <a:t>}</a:t>
            </a:r>
            <a:endParaRPr lang="ja-JP" altLang="en-US" sz="28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395536" y="1412776"/>
            <a:ext cx="8214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以下のプログラムを実行したときの画面への出力結果を書け。</a:t>
            </a:r>
          </a:p>
        </p:txBody>
      </p:sp>
    </p:spTree>
    <p:extLst>
      <p:ext uri="{BB962C8B-B14F-4D97-AF65-F5344CB8AC3E}">
        <p14:creationId xmlns:p14="http://schemas.microsoft.com/office/powerpoint/2010/main" val="3336833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解答例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1547664" y="2276872"/>
            <a:ext cx="3666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5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42545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1078</TotalTime>
  <Words>394</Words>
  <Application>Microsoft Macintosh PowerPoint</Application>
  <PresentationFormat>画面に合わせる (4:3)</PresentationFormat>
  <Paragraphs>37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テーマ</vt:lpstr>
      <vt:lpstr>プログラミング入門2  中間試験について</vt:lpstr>
      <vt:lpstr>中間試験について</vt:lpstr>
      <vt:lpstr>中間試験問題例1</vt:lpstr>
      <vt:lpstr>解答例</vt:lpstr>
      <vt:lpstr>中間試験問題例2</vt:lpstr>
      <vt:lpstr>解答例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プログラミング入門２ 第９回</dc:title>
  <dc:creator>sasano</dc:creator>
  <cp:lastModifiedBy>Isao Sasano</cp:lastModifiedBy>
  <cp:revision>753</cp:revision>
  <dcterms:created xsi:type="dcterms:W3CDTF">2009-11-18T15:33:34Z</dcterms:created>
  <dcterms:modified xsi:type="dcterms:W3CDTF">2026-09-28T12:27:14Z</dcterms:modified>
</cp:coreProperties>
</file>
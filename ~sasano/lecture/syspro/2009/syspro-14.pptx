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60" r:id="rId4"/>
    <p:sldId id="262" r:id="rId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67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6F4D6-2DC3-4673-A79E-4C46D8E8ABF9}" type="datetimeFigureOut">
              <a:rPr kumimoji="1" lang="ja-JP" altLang="en-US" smtClean="0"/>
              <a:pPr/>
              <a:t>2010/1/11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F1D06-6811-46B9-834A-8EB6A01ECA0F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2010/1/11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2010/1/11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2010/1/11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2010/1/11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2010/1/11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2010/1/11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2010/1/11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 smtClean="0"/>
              <a:t>システムプログラミング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500430" y="3714752"/>
            <a:ext cx="1566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第１４回</a:t>
            </a:r>
            <a:endParaRPr kumimoji="1" lang="ja-JP" altLang="en-US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500298" y="5000636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期末試験について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158" y="1500174"/>
            <a:ext cx="8472518" cy="3714776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 dirty="0" smtClean="0"/>
              <a:t> 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月</a:t>
            </a:r>
            <a:r>
              <a:rPr kumimoji="1" lang="en-US" altLang="ja-JP" dirty="0" smtClean="0"/>
              <a:t>19</a:t>
            </a:r>
            <a:r>
              <a:rPr lang="ja-JP" altLang="en-US" dirty="0" smtClean="0"/>
              <a:t>日</a:t>
            </a:r>
            <a:r>
              <a:rPr lang="en-US" altLang="ja-JP" dirty="0" smtClean="0"/>
              <a:t>(</a:t>
            </a:r>
            <a:r>
              <a:rPr lang="ja-JP" altLang="en-US" dirty="0" smtClean="0"/>
              <a:t>火</a:t>
            </a:r>
            <a:r>
              <a:rPr lang="en-US" altLang="ja-JP" dirty="0" smtClean="0"/>
              <a:t>)  1</a:t>
            </a:r>
            <a:r>
              <a:rPr lang="ja-JP" altLang="en-US" dirty="0" smtClean="0"/>
              <a:t>限 </a:t>
            </a:r>
            <a:r>
              <a:rPr lang="en-US" altLang="ja-JP" dirty="0" smtClean="0"/>
              <a:t>402</a:t>
            </a:r>
            <a:r>
              <a:rPr lang="ja-JP" altLang="en-US" dirty="0" smtClean="0"/>
              <a:t>教室 </a:t>
            </a:r>
            <a:endParaRPr lang="en-US" altLang="ja-JP" dirty="0" smtClean="0"/>
          </a:p>
          <a:p>
            <a:r>
              <a:rPr kumimoji="1" lang="ja-JP" altLang="en-US" dirty="0" smtClean="0"/>
              <a:t>持ち込み不可</a:t>
            </a:r>
            <a:endParaRPr kumimoji="1" lang="en-US" altLang="ja-JP" dirty="0" smtClean="0"/>
          </a:p>
          <a:p>
            <a:r>
              <a:rPr lang="ja-JP" altLang="en-US" dirty="0" smtClean="0"/>
              <a:t>出題範囲：第１回から第１４回の内容すべて</a:t>
            </a:r>
            <a:endParaRPr kumimoji="1" lang="en-US" altLang="ja-JP" dirty="0" smtClean="0"/>
          </a:p>
          <a:p>
            <a:r>
              <a:rPr lang="ja-JP" altLang="en-US" dirty="0" smtClean="0"/>
              <a:t>試験時間は１時間程度の予定</a:t>
            </a:r>
            <a:endParaRPr lang="en-US" altLang="ja-JP" dirty="0" smtClean="0"/>
          </a:p>
          <a:p>
            <a:r>
              <a:rPr kumimoji="1" lang="ja-JP" altLang="en-US" dirty="0" smtClean="0"/>
              <a:t>試験問題は穴埋めではなく記述式にする予定</a:t>
            </a:r>
            <a:endParaRPr kumimoji="1" lang="en-US" altLang="ja-JP" dirty="0" smtClean="0"/>
          </a:p>
          <a:p>
            <a:r>
              <a:rPr lang="ja-JP" altLang="en-US" dirty="0" smtClean="0"/>
              <a:t>配点は、期末試験</a:t>
            </a:r>
            <a:r>
              <a:rPr lang="en-US" altLang="ja-JP" dirty="0" smtClean="0"/>
              <a:t>60</a:t>
            </a:r>
            <a:r>
              <a:rPr lang="ja-JP" altLang="en-US" dirty="0" smtClean="0"/>
              <a:t>点、残りの</a:t>
            </a:r>
            <a:r>
              <a:rPr lang="en-US" altLang="ja-JP" dirty="0" smtClean="0"/>
              <a:t>40</a:t>
            </a:r>
            <a:r>
              <a:rPr lang="ja-JP" altLang="en-US" dirty="0" smtClean="0"/>
              <a:t>点はこれまでのレポート課題とします。</a:t>
            </a:r>
            <a:endParaRPr kumimoji="1" lang="ja-JP" alt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57225" y="5357826"/>
            <a:ext cx="7429552" cy="95410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u="sng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u="sng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u="sng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u="sng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u="sng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u="sng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u="sng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u="sng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u="sng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r>
              <a:rPr lang="ja-JP" altLang="en-US" sz="2800" u="none" dirty="0" smtClean="0"/>
              <a:t>病気等、特別</a:t>
            </a:r>
            <a:r>
              <a:rPr lang="ja-JP" altLang="en-US" sz="2800" u="none" dirty="0"/>
              <a:t>な理由が無い限り，追試などは</a:t>
            </a:r>
            <a:r>
              <a:rPr lang="ja-JP" altLang="en-US" sz="2800" u="none" dirty="0" smtClean="0"/>
              <a:t>行いません。</a:t>
            </a:r>
            <a:endParaRPr lang="ja-JP" altLang="en-US" sz="2800" u="non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r>
              <a:rPr lang="ja-JP" altLang="en-US" dirty="0" smtClean="0"/>
              <a:t>記述問題の例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42942" y="1285860"/>
            <a:ext cx="8072462" cy="4525963"/>
          </a:xfrm>
        </p:spPr>
        <p:txBody>
          <a:bodyPr>
            <a:normAutofit fontScale="85000" lnSpcReduction="20000"/>
          </a:bodyPr>
          <a:lstStyle/>
          <a:p>
            <a:r>
              <a:rPr lang="ja-JP" altLang="en-US" dirty="0" smtClean="0"/>
              <a:t>分割コンパイルの利点を述べよ。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シェルの内部コマンドとは何か、具体的な例を用いて説明せよ。</a:t>
            </a:r>
            <a:endParaRPr kumimoji="1" lang="en-US" altLang="ja-JP" dirty="0" smtClean="0"/>
          </a:p>
          <a:p>
            <a:r>
              <a:rPr lang="ja-JP" altLang="en-US" dirty="0" smtClean="0"/>
              <a:t>システムコールとは何か、説明せよ。</a:t>
            </a:r>
            <a:endParaRPr lang="en-US" altLang="ja-JP" dirty="0" smtClean="0"/>
          </a:p>
          <a:p>
            <a:r>
              <a:rPr kumimoji="1" lang="ja-JP" altLang="en-US" dirty="0" smtClean="0"/>
              <a:t>ゾンビ状態について、関連するシステムコールと共に説明せよ。</a:t>
            </a:r>
            <a:endParaRPr kumimoji="1" lang="en-US" altLang="ja-JP" dirty="0" smtClean="0"/>
          </a:p>
          <a:p>
            <a:r>
              <a:rPr lang="en-US" altLang="ja-JP" dirty="0" smtClean="0"/>
              <a:t>fork</a:t>
            </a:r>
            <a:r>
              <a:rPr lang="ja-JP" altLang="en-US" dirty="0" smtClean="0"/>
              <a:t>システムコールの返り値はどういう意味を持つか。</a:t>
            </a:r>
            <a:endParaRPr lang="en-US" altLang="ja-JP" dirty="0" smtClean="0"/>
          </a:p>
          <a:p>
            <a:r>
              <a:rPr lang="ja-JP" altLang="en-US" dirty="0" smtClean="0"/>
              <a:t>シグナルとは何か、説明せよ。</a:t>
            </a:r>
            <a:endParaRPr lang="en-US" altLang="ja-JP" dirty="0" smtClean="0"/>
          </a:p>
          <a:p>
            <a:r>
              <a:rPr kumimoji="1" lang="ja-JP" altLang="en-US" dirty="0" smtClean="0"/>
              <a:t>パイプによるプロセス間通信について説明せよ。</a:t>
            </a:r>
            <a:endParaRPr kumimoji="1" lang="en-US" altLang="ja-JP" dirty="0" smtClean="0"/>
          </a:p>
          <a:p>
            <a:r>
              <a:rPr lang="ja-JP" altLang="en-US" dirty="0" smtClean="0"/>
              <a:t>ソケットによるプロセス間通信について説明せよ。</a:t>
            </a:r>
            <a:endParaRPr lang="en-US" altLang="ja-JP" dirty="0" smtClean="0"/>
          </a:p>
          <a:p>
            <a:r>
              <a:rPr kumimoji="1" lang="ja-JP" altLang="en-US" dirty="0" smtClean="0"/>
              <a:t>クライアント・サーバ型通信について説明せ</a:t>
            </a:r>
            <a:r>
              <a:rPr lang="ja-JP" altLang="en-US" dirty="0" smtClean="0"/>
              <a:t>よ。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42910" y="5812713"/>
            <a:ext cx="8143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上記</a:t>
            </a:r>
            <a:r>
              <a:rPr kumimoji="1" lang="ja-JP" altLang="en-US" sz="2400" dirty="0" smtClean="0"/>
              <a:t>のような問に対し、解答を記述できるように準備しておいてください。</a:t>
            </a:r>
            <a:endParaRPr kumimoji="1" lang="ja-JP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プログラム作成問題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シェルスクリプトの作成問題を１問出題予定です。</a:t>
            </a:r>
            <a:endParaRPr lang="en-US" altLang="ja-JP" dirty="0" smtClean="0"/>
          </a:p>
          <a:p>
            <a:r>
              <a:rPr lang="en-US" altLang="ja-JP" dirty="0" smtClean="0"/>
              <a:t>C</a:t>
            </a:r>
            <a:r>
              <a:rPr lang="ja-JP" altLang="en-US" dirty="0" smtClean="0"/>
              <a:t>言語のプログラム作成問題は出さないつもりですが、授業で紹介したシステムコールを使ったプログラムの構造は理解しておいてください。</a:t>
            </a:r>
            <a:endParaRPr kumimoji="1" lang="ja-JP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247</Words>
  <Application>Microsoft Office PowerPoint</Application>
  <PresentationFormat>画面に合わせる (4:3)</PresentationFormat>
  <Paragraphs>25</Paragraphs>
  <Slides>4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5" baseType="lpstr">
      <vt:lpstr>Office テーマ</vt:lpstr>
      <vt:lpstr>システムプログラミング</vt:lpstr>
      <vt:lpstr>期末試験について</vt:lpstr>
      <vt:lpstr>記述問題の例</vt:lpstr>
      <vt:lpstr>プログラム作成問題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システムプログラミング</dc:title>
  <dc:creator>sasano</dc:creator>
  <cp:lastModifiedBy>sasano</cp:lastModifiedBy>
  <cp:revision>41</cp:revision>
  <dcterms:created xsi:type="dcterms:W3CDTF">2009-12-21T06:45:14Z</dcterms:created>
  <dcterms:modified xsi:type="dcterms:W3CDTF">2010-01-11T10:56:12Z</dcterms:modified>
</cp:coreProperties>
</file>
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1" r:id="rId3"/>
    <p:sldId id="260" r:id="rId4"/>
    <p:sldId id="262" r:id="rId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40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6F4D6-2DC3-4673-A79E-4C46D8E8ABF9}" type="datetimeFigureOut">
              <a:rPr kumimoji="1" lang="ja-JP" altLang="en-US" smtClean="0"/>
              <a:pPr/>
              <a:t>2011/12/20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F1D06-6811-46B9-834A-8EB6A01ECA0F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2011/12/20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2011/12/20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2011/12/20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2011/12/20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2011/12/20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2011/12/20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2011/12/20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2011/12/20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2011/12/20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2011/12/20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2011/12/20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2011/12/20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 smtClean="0"/>
              <a:t>システムプログラミング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555776" y="3717032"/>
            <a:ext cx="33618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 smtClean="0"/>
              <a:t>期末試験について</a:t>
            </a:r>
            <a:endParaRPr kumimoji="1" lang="ja-JP" altLang="en-US" sz="32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500298" y="5000636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期末試験について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158" y="1500174"/>
            <a:ext cx="8472518" cy="3714776"/>
          </a:xfrm>
        </p:spPr>
        <p:txBody>
          <a:bodyPr>
            <a:normAutofit/>
          </a:bodyPr>
          <a:lstStyle/>
          <a:p>
            <a:r>
              <a:rPr kumimoji="1" lang="ja-JP" altLang="en-US" dirty="0" smtClean="0"/>
              <a:t> </a:t>
            </a:r>
            <a:r>
              <a:rPr lang="ja-JP" altLang="en-US" dirty="0" smtClean="0"/>
              <a:t>日時、場所は講義用</a:t>
            </a:r>
            <a:r>
              <a:rPr lang="en-US" altLang="ja-JP" dirty="0" smtClean="0"/>
              <a:t>web page</a:t>
            </a:r>
            <a:r>
              <a:rPr lang="ja-JP" altLang="en-US" dirty="0" smtClean="0"/>
              <a:t>に記載</a:t>
            </a:r>
            <a:endParaRPr lang="en-US" altLang="ja-JP" dirty="0" smtClean="0"/>
          </a:p>
          <a:p>
            <a:r>
              <a:rPr kumimoji="1" lang="ja-JP" altLang="en-US" dirty="0" smtClean="0"/>
              <a:t>持ち込み不可</a:t>
            </a:r>
            <a:endParaRPr kumimoji="1" lang="en-US" altLang="ja-JP" dirty="0" smtClean="0"/>
          </a:p>
          <a:p>
            <a:r>
              <a:rPr lang="ja-JP" altLang="en-US" dirty="0" smtClean="0"/>
              <a:t>出題範囲：第１回から第１４回の内容すべて</a:t>
            </a:r>
            <a:endParaRPr kumimoji="1" lang="en-US" altLang="ja-JP" dirty="0" smtClean="0"/>
          </a:p>
          <a:p>
            <a:r>
              <a:rPr kumimoji="1" lang="ja-JP" altLang="en-US" dirty="0" smtClean="0"/>
              <a:t>試験問題は記述式にする予定</a:t>
            </a:r>
            <a:endParaRPr kumimoji="1" lang="en-US" altLang="ja-JP" dirty="0" smtClean="0"/>
          </a:p>
          <a:p>
            <a:r>
              <a:rPr lang="ja-JP" altLang="en-US" dirty="0" smtClean="0"/>
              <a:t>配点は、期末試験</a:t>
            </a:r>
            <a:r>
              <a:rPr lang="en-US" altLang="ja-JP" dirty="0" smtClean="0"/>
              <a:t>50</a:t>
            </a:r>
            <a:r>
              <a:rPr lang="ja-JP" altLang="en-US" dirty="0" smtClean="0"/>
              <a:t>点、残りの</a:t>
            </a:r>
            <a:r>
              <a:rPr lang="en-US" altLang="ja-JP" dirty="0" smtClean="0"/>
              <a:t>50</a:t>
            </a:r>
            <a:r>
              <a:rPr lang="ja-JP" altLang="en-US" dirty="0" smtClean="0"/>
              <a:t>点はこれまでのレポート課題とします。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/>
          <a:lstStyle/>
          <a:p>
            <a:r>
              <a:rPr lang="ja-JP" altLang="en-US" dirty="0" smtClean="0"/>
              <a:t>記述問題の例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42942" y="1285860"/>
            <a:ext cx="8072462" cy="4525963"/>
          </a:xfrm>
        </p:spPr>
        <p:txBody>
          <a:bodyPr>
            <a:normAutofit/>
          </a:bodyPr>
          <a:lstStyle/>
          <a:p>
            <a:r>
              <a:rPr kumimoji="1" lang="ja-JP" altLang="en-US" dirty="0" smtClean="0"/>
              <a:t>去年の期末試験問題</a:t>
            </a:r>
            <a:r>
              <a:rPr lang="ja-JP" altLang="en-US" dirty="0" smtClean="0"/>
              <a:t>の</a:t>
            </a:r>
            <a:r>
              <a:rPr kumimoji="1" lang="ja-JP" altLang="en-US" dirty="0" smtClean="0"/>
              <a:t>解答例を講義用</a:t>
            </a:r>
            <a:r>
              <a:rPr kumimoji="1" lang="en-US" altLang="ja-JP" dirty="0" smtClean="0"/>
              <a:t>web page</a:t>
            </a:r>
            <a:r>
              <a:rPr lang="ja-JP" altLang="en-US" dirty="0" err="1" smtClean="0"/>
              <a:t>に置</a:t>
            </a:r>
            <a:r>
              <a:rPr lang="ja-JP" altLang="en-US" dirty="0" smtClean="0"/>
              <a:t>きました。参考にしてください。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プログラム作成問題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シェルスクリプトの作成問題を１問出題予定です。</a:t>
            </a:r>
            <a:endParaRPr lang="en-US" altLang="ja-JP" dirty="0" smtClean="0"/>
          </a:p>
          <a:p>
            <a:r>
              <a:rPr lang="en-US" altLang="ja-JP" dirty="0" smtClean="0"/>
              <a:t>C</a:t>
            </a:r>
            <a:r>
              <a:rPr lang="ja-JP" altLang="en-US" dirty="0" smtClean="0"/>
              <a:t>言語のプログラム作成問題は出さないつもりですが、授業で紹介したシステムコールを使ったプログラムの構造は理解しておいてください。</a:t>
            </a:r>
            <a:endParaRPr kumimoji="1" lang="ja-JP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126</Words>
  <Application>Microsoft Office PowerPoint</Application>
  <PresentationFormat>画面に合わせる (4:3)</PresentationFormat>
  <Paragraphs>14</Paragraphs>
  <Slides>4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5" baseType="lpstr">
      <vt:lpstr>Office テーマ</vt:lpstr>
      <vt:lpstr>システムプログラミング</vt:lpstr>
      <vt:lpstr>期末試験について</vt:lpstr>
      <vt:lpstr>記述問題の例</vt:lpstr>
      <vt:lpstr>プログラム作成問題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システムプログラミング</dc:title>
  <dc:creator>sasano</dc:creator>
  <cp:lastModifiedBy>sasano</cp:lastModifiedBy>
  <cp:revision>51</cp:revision>
  <dcterms:created xsi:type="dcterms:W3CDTF">2009-12-21T06:45:14Z</dcterms:created>
  <dcterms:modified xsi:type="dcterms:W3CDTF">2011-12-19T15:38:10Z</dcterms:modified>
</cp:coreProperties>
</file>
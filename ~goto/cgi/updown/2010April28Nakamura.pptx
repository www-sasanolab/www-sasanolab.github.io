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45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9" name="サブタイトル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ja-JP" altLang="en-US" smtClean="0"/>
              <a:t>マスタ サブタイトルの書式設定</a:t>
            </a:r>
            <a:endParaRPr kumimoji="0" lang="en-US"/>
          </a:p>
        </p:txBody>
      </p:sp>
      <p:sp>
        <p:nvSpPr>
          <p:cNvPr id="28" name="日付プレースホル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17" name="フッター プレースホル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正方形/長方形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正方形/長方形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直線コネクタ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直線コネクタ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コネクタ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直線コネクタ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正方形/長方形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円/楕円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円/楕円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円/楕円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円/楕円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円/楕円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スライド番号プレースホル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8" name="コンテンツ プレースホル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正方形/長方形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正方形/長方形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コネクタ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線コネクタ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直線コネクタ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直線コネクタ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円/楕円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円/楕円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円/楕円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円/楕円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円/楕円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直線コネクタ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9" name="コンテンツ プレースホル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11" name="コンテンツ プレースホル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3" name="コンテンツ プレースホル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12" name="テキスト プレースホル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</p:txBody>
      </p:sp>
      <p:sp>
        <p:nvSpPr>
          <p:cNvPr id="14" name="テキスト プレースホル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6" name="日付プレースホル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コネクタ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</p:txBody>
      </p:sp>
      <p:sp>
        <p:nvSpPr>
          <p:cNvPr id="8" name="直線コネクタ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正方形/長方形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直線コネクタ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円/楕円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コンテンツ プレースホル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21" name="日付プレースホル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22" name="スライド番号プレースホル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23" name="フッター プレースホル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円/楕円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ja-JP" altLang="en-US" smtClean="0"/>
              <a:t>アイコンをクリックして図を追加</a:t>
            </a:r>
            <a:endParaRPr kumimoji="0" lang="en-US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</p:txBody>
      </p:sp>
      <p:sp>
        <p:nvSpPr>
          <p:cNvPr id="10" name="直線コネクタ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正方形/長方形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線コネクタ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直線コネクタ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直線コネクタ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日付プレースホル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18" name="スライド番号プレースホル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  <p:sp>
        <p:nvSpPr>
          <p:cNvPr id="21" name="フッター プレースホル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直線コネクタ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タイトル プレースホル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ja-JP" altLang="en-US" smtClean="0"/>
              <a:t>マスタ タイトルの書式設定</a:t>
            </a:r>
            <a:endParaRPr kumimoji="0" lang="en-US"/>
          </a:p>
        </p:txBody>
      </p:sp>
      <p:sp>
        <p:nvSpPr>
          <p:cNvPr id="13" name="テキスト プレースホル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4" name="日付プレースホル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E120E2C-AA86-4806-AD17-3E3A128B1096}" type="datetimeFigureOut">
              <a:rPr kumimoji="1" lang="ja-JP" altLang="en-US" smtClean="0"/>
              <a:pPr/>
              <a:t>2010/4/28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直線コネクタ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直線コネクタ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正方形/長方形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直線コネクタ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円/楕円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スライド番号プレースホル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B5151F3-420C-446E-9B85-011EA875B400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1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1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1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進捗報告　</a:t>
            </a:r>
            <a:r>
              <a:rPr kumimoji="1" lang="en-US" altLang="ja-JP" dirty="0" smtClean="0"/>
              <a:t>4/28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 smtClean="0"/>
              <a:t>L06084  </a:t>
            </a:r>
            <a:r>
              <a:rPr lang="ja-JP" altLang="en-US" smtClean="0"/>
              <a:t>中村圭吾</a:t>
            </a:r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モードについて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 smtClean="0"/>
              <a:t>様々な作業の種類に合わせて、色々な機能を持たせる仕組み。</a:t>
            </a:r>
            <a:r>
              <a:rPr kumimoji="1" lang="en-US" altLang="ja-JP" dirty="0" err="1" smtClean="0"/>
              <a:t>Emacs</a:t>
            </a:r>
            <a:r>
              <a:rPr kumimoji="1" lang="ja-JP" altLang="en-US" dirty="0" smtClean="0"/>
              <a:t>の多機能は作業に順応した編集モードによって実現されている。</a:t>
            </a:r>
            <a:endParaRPr kumimoji="1" lang="en-US" altLang="ja-JP" dirty="0" smtClean="0"/>
          </a:p>
          <a:p>
            <a:pPr>
              <a:buNone/>
            </a:pPr>
            <a:endParaRPr lang="en-US" altLang="ja-JP" dirty="0" smtClean="0"/>
          </a:p>
          <a:p>
            <a:pPr>
              <a:buNone/>
            </a:pPr>
            <a:r>
              <a:rPr lang="ja-JP" altLang="en-US" dirty="0" smtClean="0"/>
              <a:t>例：文書作成の時は</a:t>
            </a:r>
            <a:r>
              <a:rPr lang="en-US" altLang="ja-JP" dirty="0" smtClean="0"/>
              <a:t>Enter</a:t>
            </a:r>
            <a:r>
              <a:rPr lang="ja-JP" altLang="en-US" dirty="0" smtClean="0"/>
              <a:t>を押さなくても文末で折り返　　　してくれる機能。</a:t>
            </a:r>
            <a:endParaRPr lang="en-US" altLang="ja-JP" dirty="0" smtClean="0"/>
          </a:p>
          <a:p>
            <a:pPr>
              <a:buNone/>
            </a:pPr>
            <a:r>
              <a:rPr kumimoji="1" lang="ja-JP" altLang="en-US" dirty="0" smtClean="0"/>
              <a:t>　　プログラム作成の時は、言語に合わせて整形してくれる機能など。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メジャーモ－ドとマイナーモード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 smtClean="0"/>
              <a:t>メジャーモードは１つのバッファに１つだけ設定される</a:t>
            </a:r>
            <a:r>
              <a:rPr lang="ja-JP" altLang="en-US" dirty="0" smtClean="0"/>
              <a:t>モード</a:t>
            </a:r>
            <a:r>
              <a:rPr kumimoji="1" lang="ja-JP" altLang="en-US" dirty="0" smtClean="0"/>
              <a:t>。通常、ファイルを編集する際には、</a:t>
            </a:r>
            <a:r>
              <a:rPr kumimoji="1" lang="en-US" altLang="ja-JP" dirty="0" err="1" smtClean="0"/>
              <a:t>Emacs</a:t>
            </a:r>
            <a:r>
              <a:rPr kumimoji="1" lang="ja-JP" altLang="en-US" dirty="0" smtClean="0"/>
              <a:t>は編集対象に</a:t>
            </a:r>
            <a:r>
              <a:rPr lang="ja-JP" altLang="en-US" dirty="0" smtClean="0"/>
              <a:t>合った正しいメジャーモードに移行する。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.C</a:t>
            </a:r>
            <a:r>
              <a:rPr lang="ja-JP" altLang="en-US" dirty="0" smtClean="0"/>
              <a:t>で終わるファイルを編集するときは</a:t>
            </a:r>
            <a:r>
              <a:rPr lang="en-US" altLang="ja-JP" dirty="0" smtClean="0"/>
              <a:t>C</a:t>
            </a:r>
            <a:r>
              <a:rPr lang="ja-JP" altLang="en-US" dirty="0" smtClean="0"/>
              <a:t>モード、</a:t>
            </a:r>
            <a:r>
              <a:rPr lang="en-US" altLang="ja-JP" dirty="0" smtClean="0"/>
              <a:t>.el</a:t>
            </a:r>
            <a:r>
              <a:rPr lang="ja-JP" altLang="en-US" dirty="0" smtClean="0"/>
              <a:t>で終わるファイルを編集するときは</a:t>
            </a:r>
            <a:r>
              <a:rPr lang="en-US" altLang="ja-JP" dirty="0" smtClean="0"/>
              <a:t>Lisp</a:t>
            </a:r>
            <a:r>
              <a:rPr lang="ja-JP" altLang="en-US" dirty="0" smtClean="0"/>
              <a:t>モードなど。</a:t>
            </a:r>
            <a:endParaRPr lang="en-US" altLang="ja-JP" dirty="0" smtClean="0"/>
          </a:p>
          <a:p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 smtClean="0"/>
              <a:t>マイナーモードはメジャーモードに機能を追加するモード。</a:t>
            </a:r>
            <a:r>
              <a:rPr kumimoji="1" lang="en-US" altLang="ja-JP" dirty="0" err="1" smtClean="0"/>
              <a:t>Emacs</a:t>
            </a:r>
            <a:r>
              <a:rPr kumimoji="1" lang="ja-JP" altLang="en-US" dirty="0" smtClean="0"/>
              <a:t>の特定の機能を定義するもので、メジャーモード内で、</a:t>
            </a:r>
            <a:r>
              <a:rPr kumimoji="1" lang="en-US" altLang="ja-JP" dirty="0" smtClean="0"/>
              <a:t>on/off</a:t>
            </a:r>
            <a:r>
              <a:rPr lang="ja-JP" altLang="en-US" dirty="0" smtClean="0"/>
              <a:t>の切り替えが可能。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ja-JP" altLang="en-US" dirty="0" smtClean="0"/>
              <a:t>マイナーモードは付加的にいくつも設定できる。</a:t>
            </a:r>
            <a:endParaRPr lang="en-US" altLang="ja-JP" dirty="0" smtClean="0"/>
          </a:p>
          <a:p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Emacs</a:t>
            </a:r>
            <a:r>
              <a:rPr kumimoji="1" lang="en-US" altLang="ja-JP" dirty="0" smtClean="0"/>
              <a:t> Lisp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Emacs</a:t>
            </a:r>
            <a:r>
              <a:rPr kumimoji="1" lang="en-US" altLang="ja-JP" dirty="0" smtClean="0"/>
              <a:t> Lisp</a:t>
            </a:r>
            <a:r>
              <a:rPr kumimoji="1" lang="ja-JP" altLang="en-US" dirty="0" smtClean="0"/>
              <a:t>を使って、自作のモードを追加し拡張させることができる。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今後の予定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ja-JP" altLang="en-US" dirty="0" smtClean="0"/>
              <a:t>試しになにかモードを作ってみる</a:t>
            </a:r>
            <a:endParaRPr kumimoji="1"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参考文献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ja-JP" dirty="0" smtClean="0"/>
              <a:t>Debra  Cameron</a:t>
            </a:r>
            <a:r>
              <a:rPr kumimoji="1" lang="ja-JP" altLang="en-US" dirty="0" smtClean="0"/>
              <a:t>他</a:t>
            </a:r>
            <a:r>
              <a:rPr lang="ja-JP" altLang="en-US" dirty="0" smtClean="0"/>
              <a:t>著、半田剣一他監訳、新井貴之他訳</a:t>
            </a:r>
            <a:r>
              <a:rPr lang="en-US" altLang="ja-JP" dirty="0" smtClean="0"/>
              <a:t>(2007)『</a:t>
            </a:r>
            <a:r>
              <a:rPr lang="ja-JP" altLang="en-US" dirty="0" smtClean="0"/>
              <a:t>入門 </a:t>
            </a:r>
            <a:r>
              <a:rPr lang="en-US" altLang="ja-JP" dirty="0" smtClean="0"/>
              <a:t>GNU </a:t>
            </a:r>
            <a:r>
              <a:rPr lang="en-US" altLang="ja-JP" dirty="0" err="1" smtClean="0"/>
              <a:t>Emacs</a:t>
            </a:r>
            <a:r>
              <a:rPr lang="en-US" altLang="ja-JP" dirty="0" smtClean="0"/>
              <a:t>』</a:t>
            </a:r>
            <a:r>
              <a:rPr lang="ja-JP" altLang="en-US" dirty="0" smtClean="0"/>
              <a:t>オライリー・ジャパン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lang="ja-JP" altLang="en-US" dirty="0" smtClean="0"/>
              <a:t>藤原誠</a:t>
            </a:r>
            <a:r>
              <a:rPr lang="en-US" altLang="ja-JP" dirty="0" smtClean="0"/>
              <a:t>(2004)『</a:t>
            </a:r>
            <a:r>
              <a:rPr lang="ja-JP" altLang="en-US" dirty="0" smtClean="0"/>
              <a:t>便利なツール </a:t>
            </a:r>
            <a:r>
              <a:rPr lang="en-US" altLang="ja-JP" dirty="0" err="1" smtClean="0"/>
              <a:t>Emacs</a:t>
            </a:r>
            <a:r>
              <a:rPr lang="ja-JP" altLang="en-US" dirty="0" smtClean="0"/>
              <a:t>らくらく入門</a:t>
            </a:r>
            <a:r>
              <a:rPr lang="en-US" altLang="ja-JP" dirty="0" smtClean="0"/>
              <a:t>』</a:t>
            </a:r>
            <a:r>
              <a:rPr lang="ja-JP" altLang="en-US" dirty="0" smtClean="0"/>
              <a:t>技術評論社</a:t>
            </a:r>
            <a:endParaRPr kumimoji="1"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スパイス">
  <a:themeElements>
    <a:clrScheme name="スパイス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スパイス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スパイス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114</TotalTime>
  <Words>229</Words>
  <Application>Microsoft Office PowerPoint</Application>
  <PresentationFormat>画面に合わせる (4:3)</PresentationFormat>
  <Paragraphs>22</Paragraphs>
  <Slides>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8" baseType="lpstr">
      <vt:lpstr>スパイス</vt:lpstr>
      <vt:lpstr>進捗報告　4/28</vt:lpstr>
      <vt:lpstr>モードについて</vt:lpstr>
      <vt:lpstr>メジャーモ－ドとマイナーモード</vt:lpstr>
      <vt:lpstr>スライド 4</vt:lpstr>
      <vt:lpstr>Emacs Lisp</vt:lpstr>
      <vt:lpstr>今後の予定</vt:lpstr>
      <vt:lpstr>参考文献</vt:lpstr>
    </vt:vector>
  </TitlesOfParts>
  <Company>芝浦工業大学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nakamura</dc:creator>
  <cp:lastModifiedBy>nakamura</cp:lastModifiedBy>
  <cp:revision>14</cp:revision>
  <dcterms:created xsi:type="dcterms:W3CDTF">2010-04-28T03:19:42Z</dcterms:created>
  <dcterms:modified xsi:type="dcterms:W3CDTF">2010-04-28T05:28:39Z</dcterms:modified>
</cp:coreProperties>
</file>